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9"/>
  </p:notesMasterIdLst>
  <p:sldIdLst>
    <p:sldId id="256" r:id="rId2"/>
    <p:sldId id="10247" r:id="rId3"/>
    <p:sldId id="10652" r:id="rId4"/>
    <p:sldId id="11061" r:id="rId5"/>
    <p:sldId id="19838" r:id="rId6"/>
    <p:sldId id="11267" r:id="rId7"/>
    <p:sldId id="11474" r:id="rId8"/>
    <p:sldId id="11682" r:id="rId9"/>
    <p:sldId id="11891" r:id="rId10"/>
    <p:sldId id="12101" r:id="rId11"/>
    <p:sldId id="12312" r:id="rId12"/>
    <p:sldId id="12524" r:id="rId13"/>
    <p:sldId id="19837" r:id="rId14"/>
    <p:sldId id="10449" r:id="rId15"/>
    <p:sldId id="12737" r:id="rId16"/>
    <p:sldId id="19839" r:id="rId17"/>
    <p:sldId id="12951" r:id="rId18"/>
    <p:sldId id="13166" r:id="rId19"/>
    <p:sldId id="13382" r:id="rId20"/>
    <p:sldId id="13599" r:id="rId21"/>
    <p:sldId id="13817" r:id="rId22"/>
    <p:sldId id="14036" r:id="rId23"/>
    <p:sldId id="14256" r:id="rId24"/>
    <p:sldId id="14477" r:id="rId25"/>
    <p:sldId id="14699" r:id="rId26"/>
    <p:sldId id="14922" r:id="rId27"/>
    <p:sldId id="15146" r:id="rId28"/>
    <p:sldId id="15371" r:id="rId29"/>
    <p:sldId id="15597" r:id="rId30"/>
    <p:sldId id="15824" r:id="rId31"/>
    <p:sldId id="16052" r:id="rId32"/>
    <p:sldId id="16281" r:id="rId33"/>
    <p:sldId id="16511" r:id="rId34"/>
    <p:sldId id="16742" r:id="rId35"/>
    <p:sldId id="16974" r:id="rId36"/>
    <p:sldId id="17207" r:id="rId37"/>
    <p:sldId id="17441" r:id="rId38"/>
    <p:sldId id="17676" r:id="rId39"/>
    <p:sldId id="17912" r:id="rId40"/>
    <p:sldId id="18149" r:id="rId41"/>
    <p:sldId id="18387" r:id="rId42"/>
    <p:sldId id="18626" r:id="rId43"/>
    <p:sldId id="18866" r:id="rId44"/>
    <p:sldId id="19107" r:id="rId45"/>
    <p:sldId id="19349" r:id="rId46"/>
    <p:sldId id="19592" r:id="rId47"/>
    <p:sldId id="19836" r:id="rId4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424B71-E97F-4897-9C2C-283E878AA17E}" v="3" dt="2026-10-13T18:11:36.009"/>
    <p1510:client id="{E05BDC55-F5D2-4138-A69E-A7FF07D409EE}" v="2" dt="2026-10-13T17:09:55.9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55251" autoAdjust="0"/>
  </p:normalViewPr>
  <p:slideViewPr>
    <p:cSldViewPr snapToGrid="0" snapToObjects="1">
      <p:cViewPr varScale="1">
        <p:scale>
          <a:sx n="52" d="100"/>
          <a:sy n="52" d="100"/>
        </p:scale>
        <p:origin x="3772" y="60"/>
      </p:cViewPr>
      <p:guideLst>
        <p:guide orient="horz" pos="2160"/>
        <p:guide pos="384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55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E05BDC55-F5D2-4138-A69E-A7FF07D409EE}"/>
    <pc:docChg chg="mod modSld modMainMaster setSldSz">
      <pc:chgData name="" userId="" providerId="" clId="Web-{E05BDC55-F5D2-4138-A69E-A7FF07D409EE}" dt="2026-10-13T17:09:55.907" v="2" actId="34807"/>
      <pc:docMkLst>
        <pc:docMk/>
      </pc:docMkLst>
      <pc:sldChg chg="addSp modSp mod setBg">
        <pc:chgData name="" userId="" providerId="" clId="Web-{E05BDC55-F5D2-4138-A69E-A7FF07D409EE}" dt="2026-10-13T17:09:55.907" v="2" actId="34807"/>
        <pc:sldMkLst>
          <pc:docMk/>
          <pc:sldMk cId="0" sldId="256"/>
        </pc:sldMkLst>
        <pc:spChg chg="add mod">
          <ac:chgData name="" userId="" providerId="" clId="Web-{E05BDC55-F5D2-4138-A69E-A7FF07D409EE}" dt="2026-10-13T17:09:55.610" v="1" actId="34807"/>
          <ac:spMkLst>
            <pc:docMk/>
            <pc:sldMk cId="0" sldId="256"/>
            <ac:spMk id="2" creationId="{40ADDA1D-0C4E-100F-F980-7D1519D55307}"/>
          </ac:spMkLst>
        </pc:spChg>
        <pc:spChg chg="add mod">
          <ac:chgData name="" userId="" providerId="" clId="Web-{E05BDC55-F5D2-4138-A69E-A7FF07D409EE}" dt="2026-10-13T17:09:55.610" v="1" actId="34807"/>
          <ac:spMkLst>
            <pc:docMk/>
            <pc:sldMk cId="0" sldId="256"/>
            <ac:spMk id="4" creationId="{FF7C4DF4-D417-EEA1-45B9-77F3DEB01262}"/>
          </ac:spMkLst>
        </pc:spChg>
        <pc:spChg chg="add mod">
          <ac:chgData name="" userId="" providerId="" clId="Web-{E05BDC55-F5D2-4138-A69E-A7FF07D409EE}" dt="2026-10-13T17:09:55.610" v="1" actId="34807"/>
          <ac:spMkLst>
            <pc:docMk/>
            <pc:sldMk cId="0" sldId="256"/>
            <ac:spMk id="7" creationId="{7F4A7EB7-00B1-D7B1-931D-BDFAC0984538}"/>
          </ac:spMkLst>
        </pc:spChg>
      </pc:sldChg>
      <pc:sldMasterChg chg="modSp modSldLayout">
        <pc:chgData name="" userId="" providerId="" clId="Web-{E05BDC55-F5D2-4138-A69E-A7FF07D409EE}" dt="2026-10-13T17:09:20.499" v="0" actId="34807"/>
        <pc:sldMasterMkLst>
          <pc:docMk/>
          <pc:sldMasterMk cId="2209977519" sldId="2147483648"/>
        </pc:sldMasterMkLst>
        <pc:spChg chg="mod">
          <ac:chgData name="" userId="" providerId="" clId="Web-{E05BDC55-F5D2-4138-A69E-A7FF07D409EE}" dt="2026-10-13T17:09:20.499" v="0" actId="34807"/>
          <ac:spMkLst>
            <pc:docMk/>
            <pc:sldMasterMk cId="2209977519" sldId="2147483648"/>
            <ac:spMk id="2" creationId="{00000000-0000-0000-0000-000000000000}"/>
          </ac:spMkLst>
        </pc:spChg>
        <pc:spChg chg="mod">
          <ac:chgData name="" userId="" providerId="" clId="Web-{E05BDC55-F5D2-4138-A69E-A7FF07D409EE}" dt="2026-10-13T17:09:20.499" v="0" actId="34807"/>
          <ac:spMkLst>
            <pc:docMk/>
            <pc:sldMasterMk cId="2209977519" sldId="2147483648"/>
            <ac:spMk id="3" creationId="{00000000-0000-0000-0000-000000000000}"/>
          </ac:spMkLst>
        </pc:spChg>
        <pc:spChg chg="mod">
          <ac:chgData name="" userId="" providerId="" clId="Web-{E05BDC55-F5D2-4138-A69E-A7FF07D409EE}" dt="2026-10-13T17:09:20.499" v="0" actId="34807"/>
          <ac:spMkLst>
            <pc:docMk/>
            <pc:sldMasterMk cId="2209977519" sldId="2147483648"/>
            <ac:spMk id="4" creationId="{00000000-0000-0000-0000-000000000000}"/>
          </ac:spMkLst>
        </pc:spChg>
        <pc:spChg chg="mod">
          <ac:chgData name="" userId="" providerId="" clId="Web-{E05BDC55-F5D2-4138-A69E-A7FF07D409EE}" dt="2026-10-13T17:09:20.499" v="0" actId="34807"/>
          <ac:spMkLst>
            <pc:docMk/>
            <pc:sldMasterMk cId="2209977519" sldId="2147483648"/>
            <ac:spMk id="5" creationId="{00000000-0000-0000-0000-000000000000}"/>
          </ac:spMkLst>
        </pc:spChg>
        <pc:spChg chg="mod">
          <ac:chgData name="" userId="" providerId="" clId="Web-{E05BDC55-F5D2-4138-A69E-A7FF07D409EE}" dt="2026-10-13T17:09:20.499" v="0" actId="34807"/>
          <ac:spMkLst>
            <pc:docMk/>
            <pc:sldMasterMk cId="2209977519" sldId="2147483648"/>
            <ac:spMk id="6" creationId="{00000000-0000-0000-0000-000000000000}"/>
          </ac:spMkLst>
        </pc:spChg>
        <pc:sldLayoutChg chg="modSp">
          <pc:chgData name="" userId="" providerId="" clId="Web-{E05BDC55-F5D2-4138-A69E-A7FF07D409EE}" dt="2026-10-13T17:09:20.499" v="0" actId="34807"/>
          <pc:sldLayoutMkLst>
            <pc:docMk/>
            <pc:sldMasterMk cId="2209977519" sldId="2147483648"/>
            <pc:sldLayoutMk cId="3168075583" sldId="2147483649"/>
          </pc:sldLayoutMkLst>
          <pc:spChg chg="mod">
            <ac:chgData name="" userId="" providerId="" clId="Web-{E05BDC55-F5D2-4138-A69E-A7FF07D409EE}" dt="2026-10-13T17:09:20.499" v="0" actId="34807"/>
            <ac:spMkLst>
              <pc:docMk/>
              <pc:sldMasterMk cId="2209977519" sldId="2147483648"/>
              <pc:sldLayoutMk cId="3168075583" sldId="2147483649"/>
              <ac:spMk id="2" creationId="{00000000-0000-0000-0000-000000000000}"/>
            </ac:spMkLst>
          </pc:spChg>
          <pc:spChg chg="mod">
            <ac:chgData name="" userId="" providerId="" clId="Web-{E05BDC55-F5D2-4138-A69E-A7FF07D409EE}" dt="2026-10-13T17:09:20.499" v="0" actId="34807"/>
            <ac:spMkLst>
              <pc:docMk/>
              <pc:sldMasterMk cId="2209977519" sldId="2147483648"/>
              <pc:sldLayoutMk cId="3168075583" sldId="2147483649"/>
              <ac:spMk id="3" creationId="{00000000-0000-0000-0000-000000000000}"/>
            </ac:spMkLst>
          </pc:spChg>
        </pc:sldLayoutChg>
        <pc:sldLayoutChg chg="modSp">
          <pc:chgData name="" userId="" providerId="" clId="Web-{E05BDC55-F5D2-4138-A69E-A7FF07D409EE}" dt="2026-10-13T17:09:20.499" v="0" actId="34807"/>
          <pc:sldLayoutMkLst>
            <pc:docMk/>
            <pc:sldMasterMk cId="2209977519" sldId="2147483648"/>
            <pc:sldLayoutMk cId="960648375" sldId="2147483651"/>
          </pc:sldLayoutMkLst>
          <pc:spChg chg="mod">
            <ac:chgData name="" userId="" providerId="" clId="Web-{E05BDC55-F5D2-4138-A69E-A7FF07D409EE}" dt="2026-10-13T17:09:20.499" v="0" actId="34807"/>
            <ac:spMkLst>
              <pc:docMk/>
              <pc:sldMasterMk cId="2209977519" sldId="2147483648"/>
              <pc:sldLayoutMk cId="960648375" sldId="2147483651"/>
              <ac:spMk id="2" creationId="{00000000-0000-0000-0000-000000000000}"/>
            </ac:spMkLst>
          </pc:spChg>
          <pc:spChg chg="mod">
            <ac:chgData name="" userId="" providerId="" clId="Web-{E05BDC55-F5D2-4138-A69E-A7FF07D409EE}" dt="2026-10-13T17:09:20.499" v="0" actId="34807"/>
            <ac:spMkLst>
              <pc:docMk/>
              <pc:sldMasterMk cId="2209977519" sldId="2147483648"/>
              <pc:sldLayoutMk cId="960648375" sldId="2147483651"/>
              <ac:spMk id="3" creationId="{00000000-0000-0000-0000-000000000000}"/>
            </ac:spMkLst>
          </pc:spChg>
        </pc:sldLayoutChg>
        <pc:sldLayoutChg chg="modSp">
          <pc:chgData name="" userId="" providerId="" clId="Web-{E05BDC55-F5D2-4138-A69E-A7FF07D409EE}" dt="2026-10-13T17:09:20.499" v="0" actId="34807"/>
          <pc:sldLayoutMkLst>
            <pc:docMk/>
            <pc:sldMasterMk cId="2209977519" sldId="2147483648"/>
            <pc:sldLayoutMk cId="2782244947" sldId="2147483652"/>
          </pc:sldLayoutMkLst>
          <pc:spChg chg="mod">
            <ac:chgData name="" userId="" providerId="" clId="Web-{E05BDC55-F5D2-4138-A69E-A7FF07D409EE}" dt="2026-10-13T17:09:20.499" v="0" actId="34807"/>
            <ac:spMkLst>
              <pc:docMk/>
              <pc:sldMasterMk cId="2209977519" sldId="2147483648"/>
              <pc:sldLayoutMk cId="2782244947" sldId="2147483652"/>
              <ac:spMk id="3" creationId="{00000000-0000-0000-0000-000000000000}"/>
            </ac:spMkLst>
          </pc:spChg>
          <pc:spChg chg="mod">
            <ac:chgData name="" userId="" providerId="" clId="Web-{E05BDC55-F5D2-4138-A69E-A7FF07D409EE}" dt="2026-10-13T17:09:20.499" v="0" actId="34807"/>
            <ac:spMkLst>
              <pc:docMk/>
              <pc:sldMasterMk cId="2209977519" sldId="2147483648"/>
              <pc:sldLayoutMk cId="2782244947" sldId="2147483652"/>
              <ac:spMk id="4" creationId="{00000000-0000-0000-0000-000000000000}"/>
            </ac:spMkLst>
          </pc:spChg>
        </pc:sldLayoutChg>
        <pc:sldLayoutChg chg="modSp">
          <pc:chgData name="" userId="" providerId="" clId="Web-{E05BDC55-F5D2-4138-A69E-A7FF07D409EE}" dt="2026-10-13T17:09:20.499" v="0" actId="34807"/>
          <pc:sldLayoutMkLst>
            <pc:docMk/>
            <pc:sldMasterMk cId="2209977519" sldId="2147483648"/>
            <pc:sldLayoutMk cId="990158736" sldId="2147483653"/>
          </pc:sldLayoutMkLst>
          <pc:spChg chg="mod">
            <ac:chgData name="" userId="" providerId="" clId="Web-{E05BDC55-F5D2-4138-A69E-A7FF07D409EE}" dt="2026-10-13T17:09:20.499" v="0" actId="34807"/>
            <ac:spMkLst>
              <pc:docMk/>
              <pc:sldMasterMk cId="2209977519" sldId="2147483648"/>
              <pc:sldLayoutMk cId="990158736" sldId="2147483653"/>
              <ac:spMk id="3" creationId="{00000000-0000-0000-0000-000000000000}"/>
            </ac:spMkLst>
          </pc:spChg>
          <pc:spChg chg="mod">
            <ac:chgData name="" userId="" providerId="" clId="Web-{E05BDC55-F5D2-4138-A69E-A7FF07D409EE}" dt="2026-10-13T17:09:20.499" v="0" actId="34807"/>
            <ac:spMkLst>
              <pc:docMk/>
              <pc:sldMasterMk cId="2209977519" sldId="2147483648"/>
              <pc:sldLayoutMk cId="990158736" sldId="2147483653"/>
              <ac:spMk id="4" creationId="{00000000-0000-0000-0000-000000000000}"/>
            </ac:spMkLst>
          </pc:spChg>
          <pc:spChg chg="mod">
            <ac:chgData name="" userId="" providerId="" clId="Web-{E05BDC55-F5D2-4138-A69E-A7FF07D409EE}" dt="2026-10-13T17:09:20.499" v="0" actId="34807"/>
            <ac:spMkLst>
              <pc:docMk/>
              <pc:sldMasterMk cId="2209977519" sldId="2147483648"/>
              <pc:sldLayoutMk cId="990158736" sldId="2147483653"/>
              <ac:spMk id="5" creationId="{00000000-0000-0000-0000-000000000000}"/>
            </ac:spMkLst>
          </pc:spChg>
          <pc:spChg chg="mod">
            <ac:chgData name="" userId="" providerId="" clId="Web-{E05BDC55-F5D2-4138-A69E-A7FF07D409EE}" dt="2026-10-13T17:09:20.499" v="0" actId="34807"/>
            <ac:spMkLst>
              <pc:docMk/>
              <pc:sldMasterMk cId="2209977519" sldId="2147483648"/>
              <pc:sldLayoutMk cId="990158736" sldId="2147483653"/>
              <ac:spMk id="6" creationId="{00000000-0000-0000-0000-000000000000}"/>
            </ac:spMkLst>
          </pc:spChg>
        </pc:sldLayoutChg>
        <pc:sldLayoutChg chg="modSp">
          <pc:chgData name="" userId="" providerId="" clId="Web-{E05BDC55-F5D2-4138-A69E-A7FF07D409EE}" dt="2026-10-13T17:09:20.499" v="0" actId="34807"/>
          <pc:sldLayoutMkLst>
            <pc:docMk/>
            <pc:sldMasterMk cId="2209977519" sldId="2147483648"/>
            <pc:sldLayoutMk cId="1840726560" sldId="2147483656"/>
          </pc:sldLayoutMkLst>
          <pc:spChg chg="mod">
            <ac:chgData name="" userId="" providerId="" clId="Web-{E05BDC55-F5D2-4138-A69E-A7FF07D409EE}" dt="2026-10-13T17:09:20.499" v="0" actId="34807"/>
            <ac:spMkLst>
              <pc:docMk/>
              <pc:sldMasterMk cId="2209977519" sldId="2147483648"/>
              <pc:sldLayoutMk cId="1840726560" sldId="2147483656"/>
              <ac:spMk id="2" creationId="{00000000-0000-0000-0000-000000000000}"/>
            </ac:spMkLst>
          </pc:spChg>
          <pc:spChg chg="mod">
            <ac:chgData name="" userId="" providerId="" clId="Web-{E05BDC55-F5D2-4138-A69E-A7FF07D409EE}" dt="2026-10-13T17:09:20.499" v="0" actId="34807"/>
            <ac:spMkLst>
              <pc:docMk/>
              <pc:sldMasterMk cId="2209977519" sldId="2147483648"/>
              <pc:sldLayoutMk cId="1840726560" sldId="2147483656"/>
              <ac:spMk id="3" creationId="{00000000-0000-0000-0000-000000000000}"/>
            </ac:spMkLst>
          </pc:spChg>
          <pc:spChg chg="mod">
            <ac:chgData name="" userId="" providerId="" clId="Web-{E05BDC55-F5D2-4138-A69E-A7FF07D409EE}" dt="2026-10-13T17:09:20.499" v="0" actId="34807"/>
            <ac:spMkLst>
              <pc:docMk/>
              <pc:sldMasterMk cId="2209977519" sldId="2147483648"/>
              <pc:sldLayoutMk cId="1840726560" sldId="2147483656"/>
              <ac:spMk id="4" creationId="{00000000-0000-0000-0000-000000000000}"/>
            </ac:spMkLst>
          </pc:spChg>
        </pc:sldLayoutChg>
        <pc:sldLayoutChg chg="modSp">
          <pc:chgData name="" userId="" providerId="" clId="Web-{E05BDC55-F5D2-4138-A69E-A7FF07D409EE}" dt="2026-10-13T17:09:20.499" v="0" actId="34807"/>
          <pc:sldLayoutMkLst>
            <pc:docMk/>
            <pc:sldMasterMk cId="2209977519" sldId="2147483648"/>
            <pc:sldLayoutMk cId="3889236939" sldId="2147483657"/>
          </pc:sldLayoutMkLst>
          <pc:spChg chg="mod">
            <ac:chgData name="" userId="" providerId="" clId="Web-{E05BDC55-F5D2-4138-A69E-A7FF07D409EE}" dt="2026-10-13T17:09:20.499" v="0" actId="34807"/>
            <ac:spMkLst>
              <pc:docMk/>
              <pc:sldMasterMk cId="2209977519" sldId="2147483648"/>
              <pc:sldLayoutMk cId="3889236939" sldId="2147483657"/>
              <ac:spMk id="2" creationId="{00000000-0000-0000-0000-000000000000}"/>
            </ac:spMkLst>
          </pc:spChg>
          <pc:spChg chg="mod">
            <ac:chgData name="" userId="" providerId="" clId="Web-{E05BDC55-F5D2-4138-A69E-A7FF07D409EE}" dt="2026-10-13T17:09:20.499" v="0" actId="34807"/>
            <ac:spMkLst>
              <pc:docMk/>
              <pc:sldMasterMk cId="2209977519" sldId="2147483648"/>
              <pc:sldLayoutMk cId="3889236939" sldId="2147483657"/>
              <ac:spMk id="3" creationId="{00000000-0000-0000-0000-000000000000}"/>
            </ac:spMkLst>
          </pc:spChg>
          <pc:spChg chg="mod">
            <ac:chgData name="" userId="" providerId="" clId="Web-{E05BDC55-F5D2-4138-A69E-A7FF07D409EE}" dt="2026-10-13T17:09:20.499" v="0" actId="34807"/>
            <ac:spMkLst>
              <pc:docMk/>
              <pc:sldMasterMk cId="2209977519" sldId="2147483648"/>
              <pc:sldLayoutMk cId="3889236939" sldId="2147483657"/>
              <ac:spMk id="4" creationId="{00000000-0000-0000-0000-000000000000}"/>
            </ac:spMkLst>
          </pc:spChg>
        </pc:sldLayoutChg>
        <pc:sldLayoutChg chg="modSp">
          <pc:chgData name="" userId="" providerId="" clId="Web-{E05BDC55-F5D2-4138-A69E-A7FF07D409EE}" dt="2026-10-13T17:09:20.499" v="0" actId="34807"/>
          <pc:sldLayoutMkLst>
            <pc:docMk/>
            <pc:sldMasterMk cId="2209977519" sldId="2147483648"/>
            <pc:sldLayoutMk cId="3612223792" sldId="2147483659"/>
          </pc:sldLayoutMkLst>
          <pc:spChg chg="mod">
            <ac:chgData name="" userId="" providerId="" clId="Web-{E05BDC55-F5D2-4138-A69E-A7FF07D409EE}" dt="2026-10-13T17:09:20.499" v="0" actId="34807"/>
            <ac:spMkLst>
              <pc:docMk/>
              <pc:sldMasterMk cId="2209977519" sldId="2147483648"/>
              <pc:sldLayoutMk cId="3612223792" sldId="2147483659"/>
              <ac:spMk id="2" creationId="{00000000-0000-0000-0000-000000000000}"/>
            </ac:spMkLst>
          </pc:spChg>
          <pc:spChg chg="mod">
            <ac:chgData name="" userId="" providerId="" clId="Web-{E05BDC55-F5D2-4138-A69E-A7FF07D409EE}" dt="2026-10-13T17:09:20.499" v="0" actId="34807"/>
            <ac:spMkLst>
              <pc:docMk/>
              <pc:sldMasterMk cId="2209977519" sldId="2147483648"/>
              <pc:sldLayoutMk cId="3612223792" sldId="2147483659"/>
              <ac:spMk id="3" creationId="{00000000-0000-0000-0000-000000000000}"/>
            </ac:spMkLst>
          </pc:spChg>
        </pc:sldLayoutChg>
      </pc:sldMasterChg>
    </pc:docChg>
  </pc:docChgLst>
  <pc:docChgLst>
    <pc:chgData clId="Web-{92424B71-E97F-4897-9C2C-283E878AA17E}"/>
    <pc:docChg chg="addSld modSld">
      <pc:chgData name="" userId="" providerId="" clId="Web-{92424B71-E97F-4897-9C2C-283E878AA17E}" dt="2026-10-13T18:14:00.718" v="12" actId="34807"/>
      <pc:docMkLst>
        <pc:docMk/>
      </pc:docMkLst>
      <pc:sldChg chg="addSp delSp modSp mod setBg modNotesTx">
        <pc:chgData name="" userId="" providerId="" clId="Web-{92424B71-E97F-4897-9C2C-283E878AA17E}" dt="2026-10-13T18:14:00.718" v="12" actId="34807"/>
        <pc:sldMkLst>
          <pc:docMk/>
          <pc:sldMk cId="0" sldId="256"/>
        </pc:sldMkLst>
        <pc:spChg chg="del">
          <ac:chgData name="" userId="" providerId="" clId="Web-{92424B71-E97F-4897-9C2C-283E878AA17E}" dt="2026-10-13T18:11:24.071" v="3" actId="34807"/>
          <ac:spMkLst>
            <pc:docMk/>
            <pc:sldMk cId="0" sldId="256"/>
            <ac:spMk id="2" creationId="{40ADDA1D-0C4E-100F-F980-7D1519D55307}"/>
          </ac:spMkLst>
        </pc:spChg>
        <pc:spChg chg="del">
          <ac:chgData name="" userId="" providerId="" clId="Web-{92424B71-E97F-4897-9C2C-283E878AA17E}" dt="2026-10-13T18:11:24.071" v="3" actId="34807"/>
          <ac:spMkLst>
            <pc:docMk/>
            <pc:sldMk cId="0" sldId="256"/>
            <ac:spMk id="4" creationId="{FF7C4DF4-D417-EEA1-45B9-77F3DEB01262}"/>
          </ac:spMkLst>
        </pc:spChg>
        <pc:spChg chg="del">
          <ac:chgData name="" userId="" providerId="" clId="Web-{92424B71-E97F-4897-9C2C-283E878AA17E}" dt="2026-10-13T18:11:24.071" v="3" actId="34807"/>
          <ac:spMkLst>
            <pc:docMk/>
            <pc:sldMk cId="0" sldId="256"/>
            <ac:spMk id="7" creationId="{7F4A7EB7-00B1-D7B1-931D-BDFAC0984538}"/>
          </ac:spMkLst>
        </pc:spChg>
        <pc:spChg chg="add mod">
          <ac:chgData name="" userId="" providerId="" clId="Web-{92424B71-E97F-4897-9C2C-283E878AA17E}" dt="2026-10-13T18:11:23.790" v="2" actId="34807"/>
          <ac:spMkLst>
            <pc:docMk/>
            <pc:sldMk cId="0" sldId="256"/>
            <ac:spMk id="8" creationId="{F495518D-7597-742E-4904-985F8B3194A5}"/>
          </ac:spMkLst>
        </pc:spChg>
        <pc:spChg chg="add mod">
          <ac:chgData name="" userId="" providerId="" clId="Web-{92424B71-E97F-4897-9C2C-283E878AA17E}" dt="2026-10-13T18:11:23.790" v="2" actId="34807"/>
          <ac:spMkLst>
            <pc:docMk/>
            <pc:sldMk cId="0" sldId="256"/>
            <ac:spMk id="10" creationId="{A5124BCD-12E2-AD0C-1790-ED1BCECA1817}"/>
          </ac:spMkLst>
        </pc:spChg>
        <pc:spChg chg="add mod">
          <ac:chgData name="" userId="" providerId="" clId="Web-{92424B71-E97F-4897-9C2C-283E878AA17E}" dt="2026-10-13T18:11:23.790" v="2" actId="34807"/>
          <ac:spMkLst>
            <pc:docMk/>
            <pc:sldMk cId="0" sldId="256"/>
            <ac:spMk id="13" creationId="{436A340F-576B-B5AA-7D6F-885A036FD0DD}"/>
          </ac:spMkLst>
        </pc:spChg>
        <pc:spChg chg="add mod">
          <ac:chgData name="" userId="" providerId="" clId="Web-{92424B71-E97F-4897-9C2C-283E878AA17E}" dt="2026-10-13T18:11:23.790" v="2" actId="34807"/>
          <ac:spMkLst>
            <pc:docMk/>
            <pc:sldMk cId="0" sldId="256"/>
            <ac:spMk id="17" creationId="{5B6A7FFC-BAA5-77DF-6F57-64BD0BA19AD0}"/>
          </ac:spMkLst>
        </pc:spChg>
      </pc:sldChg>
      <pc:sldChg chg="addSp modSp add mod setBg modNotesTx">
        <pc:chgData name="" userId="" providerId="" clId="Web-{92424B71-E97F-4897-9C2C-283E878AA17E}" dt="2026-10-13T18:11:36.009" v="6" actId="34807"/>
        <pc:sldMkLst>
          <pc:docMk/>
          <pc:sldMk cId="2619507888" sldId="10247"/>
        </pc:sldMkLst>
        <pc:spChg chg="add mod">
          <ac:chgData name="" userId="" providerId="" clId="Web-{92424B71-E97F-4897-9C2C-283E878AA17E}" dt="2026-10-13T18:11:30.884" v="4" actId="34807"/>
          <ac:spMkLst>
            <pc:docMk/>
            <pc:sldMk cId="2619507888" sldId="10247"/>
            <ac:spMk id="23" creationId="{4C5FC027-82BB-6C2D-1E96-F2FC5ACBC861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2619507888" sldId="10247"/>
            <ac:spMk id="38" creationId="{ACEE9FC4-8CC1-D148-52D0-3266759BFC58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2619507888" sldId="10247"/>
            <ac:spMk id="62" creationId="{56F8ADC8-2FBE-6858-8C2C-CE74DC585CD4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2619507888" sldId="10247"/>
            <ac:spMk id="72" creationId="{026B299F-1E33-3585-492A-B7551E218515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2619507888" sldId="10247"/>
            <ac:spMk id="83" creationId="{F22C897C-7E6B-CB8E-9EC5-0E79AF5D090E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2619507888" sldId="10247"/>
            <ac:spMk id="108" creationId="{E28DD803-24A1-DC4B-7175-48F12A2E221A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2619507888" sldId="10247"/>
            <ac:spMk id="137" creationId="{BCA7924D-750F-B4DA-922E-E738131C49DA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2619507888" sldId="10247"/>
            <ac:spMk id="170" creationId="{E15BC7D2-173F-E8D3-F088-665AAC0BB72F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2619507888" sldId="10247"/>
            <ac:spMk id="188" creationId="{6114366E-5617-4599-EB44-53BE8A45E71F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2619507888" sldId="10247"/>
            <ac:spMk id="227" creationId="{D7151FD9-C79D-E567-9E46-AA84E38CA175}"/>
          </ac:spMkLst>
        </pc:spChg>
        <pc:spChg chg="mod">
          <ac:chgData name="" userId="" providerId="" clId="Web-{92424B71-E97F-4897-9C2C-283E878AA17E}" dt="2026-10-13T18:11:36.009" v="6" actId="34807"/>
          <ac:spMkLst>
            <pc:docMk/>
            <pc:sldMk cId="2619507888" sldId="10247"/>
            <ac:spMk id="317" creationId="{48FA79B4-C01F-BF74-EE62-FE0AFB6AC7FD}"/>
          </ac:spMkLst>
        </pc:spChg>
      </pc:sldChg>
      <pc:sldChg chg="addSp modSp add mod setBg modNotesTx">
        <pc:chgData name="" userId="" providerId="" clId="Web-{92424B71-E97F-4897-9C2C-283E878AA17E}" dt="2026-10-13T18:11:33.822" v="5" actId="34807"/>
        <pc:sldMkLst>
          <pc:docMk/>
          <pc:sldMk cId="726288815" sldId="10449"/>
        </pc:sldMkLst>
        <pc:spChg chg="add mod">
          <ac:chgData name="" userId="" providerId="" clId="Web-{92424B71-E97F-4897-9C2C-283E878AA17E}" dt="2026-10-13T18:11:30.884" v="4" actId="34807"/>
          <ac:spMkLst>
            <pc:docMk/>
            <pc:sldMk cId="726288815" sldId="10449"/>
            <ac:spMk id="342" creationId="{9DC3CF90-F86D-74F9-EB70-916A4FE1BA2A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726288815" sldId="10449"/>
            <ac:spMk id="368" creationId="{2709B004-84E5-3E1E-7C11-BAA7A88788FF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726288815" sldId="10449"/>
            <ac:spMk id="395" creationId="{695BDBB0-2D8D-8CC0-C3EF-4C160D15423C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726288815" sldId="10449"/>
            <ac:spMk id="423" creationId="{9A344E00-FF6B-4299-3ED3-9E1C82EC6120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726288815" sldId="10449"/>
            <ac:spMk id="452" creationId="{39DF9F43-7EFF-92B2-6462-64A5723D823D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726288815" sldId="10449"/>
            <ac:spMk id="482" creationId="{E9B933A3-BEEF-8570-6713-70B080F634E8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726288815" sldId="10449"/>
            <ac:spMk id="513" creationId="{ED8E96A1-2AC4-A891-4076-0C7581FADB36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726288815" sldId="10449"/>
            <ac:spMk id="545" creationId="{892AF92E-311A-DA60-B0AC-D79060791A7E}"/>
          </ac:spMkLst>
        </pc:spChg>
      </pc:sldChg>
      <pc:sldChg chg="addSp modSp add mod setBg modNotesTx">
        <pc:chgData name="" userId="" providerId="" clId="Web-{92424B71-E97F-4897-9C2C-283E878AA17E}" dt="2026-10-13T18:11:33.822" v="5" actId="34807"/>
        <pc:sldMkLst>
          <pc:docMk/>
          <pc:sldMk cId="162108721" sldId="10652"/>
        </pc:sldMkLst>
        <pc:spChg chg="add mod">
          <ac:chgData name="" userId="" providerId="" clId="Web-{92424B71-E97F-4897-9C2C-283E878AA17E}" dt="2026-10-13T18:11:30.884" v="4" actId="34807"/>
          <ac:spMkLst>
            <pc:docMk/>
            <pc:sldMk cId="162108721" sldId="10652"/>
            <ac:spMk id="578" creationId="{F4400EEE-8050-30A0-AF05-B39CF3341745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162108721" sldId="10652"/>
            <ac:spMk id="612" creationId="{5569BC2D-5F44-55E0-749E-6DA036BFFC85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162108721" sldId="10652"/>
            <ac:spMk id="647" creationId="{F66A35B7-DE6F-77D1-7CF6-B51FC1C74A88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162108721" sldId="10652"/>
            <ac:spMk id="683" creationId="{0CFE93C0-08C6-EBC0-6D8C-43868DCF6195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162108721" sldId="10652"/>
            <ac:spMk id="720" creationId="{F5D1DC3F-85DC-F690-7C42-1326BD0AE99A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162108721" sldId="10652"/>
            <ac:spMk id="758" creationId="{7DCCE94E-2131-1880-C083-5F7CCE7BB963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162108721" sldId="10652"/>
            <ac:spMk id="797" creationId="{B9C358A2-4AEC-81CB-54B9-351AF7B1AC2C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162108721" sldId="10652"/>
            <ac:spMk id="837" creationId="{0615EB89-4B50-EE1C-1D0E-13D76C3A9A93}"/>
          </ac:spMkLst>
        </pc:spChg>
      </pc:sldChg>
      <pc:sldChg chg="addSp modSp add mod setBg modNotesTx">
        <pc:chgData name="" userId="" providerId="" clId="Web-{92424B71-E97F-4897-9C2C-283E878AA17E}" dt="2026-10-13T18:14:00.718" v="12" actId="34807"/>
        <pc:sldMkLst>
          <pc:docMk/>
          <pc:sldMk cId="1952218962" sldId="10856"/>
        </pc:sldMkLst>
        <pc:spChg chg="add mod">
          <ac:chgData name="" userId="" providerId="" clId="Web-{92424B71-E97F-4897-9C2C-283E878AA17E}" dt="2026-10-13T18:11:30.884" v="4" actId="34807"/>
          <ac:spMkLst>
            <pc:docMk/>
            <pc:sldMk cId="1952218962" sldId="10856"/>
            <ac:spMk id="878" creationId="{849FE636-9A39-73D4-A830-717FE87A54DE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1952218962" sldId="10856"/>
            <ac:spMk id="920" creationId="{2F07D684-7F4C-72EA-C0B5-2E954FCB6A00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1952218962" sldId="10856"/>
            <ac:spMk id="963" creationId="{5B19A27D-1BAD-1924-6B94-FCEC4CBCC33F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1952218962" sldId="10856"/>
            <ac:spMk id="1007" creationId="{738E136F-8C14-D9C3-6D5E-1756FE4589B3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1952218962" sldId="10856"/>
            <ac:spMk id="1052" creationId="{5E5C30FA-E23A-6ED5-3928-8EF017C08E78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1952218962" sldId="10856"/>
            <ac:spMk id="1098" creationId="{E2A9FBBC-1E0E-3E25-0B14-0CB027FB1335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1952218962" sldId="10856"/>
            <ac:spMk id="1145" creationId="{4588C1B0-C350-6B23-8666-25DC6DC94DEB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1952218962" sldId="10856"/>
            <ac:spMk id="1193" creationId="{AA0C29CF-C3C4-3CF9-A1AF-A2AB1541EBF7}"/>
          </ac:spMkLst>
        </pc:spChg>
      </pc:sldChg>
      <pc:sldChg chg="addSp modSp add mod setBg modNotesTx">
        <pc:chgData name="" userId="" providerId="" clId="Web-{92424B71-E97F-4897-9C2C-283E878AA17E}" dt="2026-10-13T18:11:36.009" v="6" actId="34807"/>
        <pc:sldMkLst>
          <pc:docMk/>
          <pc:sldMk cId="3859685894" sldId="11061"/>
        </pc:sldMkLst>
        <pc:spChg chg="add mod">
          <ac:chgData name="" userId="" providerId="" clId="Web-{92424B71-E97F-4897-9C2C-283E878AA17E}" dt="2026-10-13T18:11:30.884" v="4" actId="34807"/>
          <ac:spMkLst>
            <pc:docMk/>
            <pc:sldMk cId="3859685894" sldId="11061"/>
            <ac:spMk id="1242" creationId="{FD5576D5-6AEC-38D3-424B-C0409A223187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3859685894" sldId="11061"/>
            <ac:spMk id="1292" creationId="{50AD2843-F5E5-DB85-30EF-BB4B9CD7E10D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3859685894" sldId="11061"/>
            <ac:spMk id="1343" creationId="{24A592A4-839D-2BDB-140C-27C998185B0D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3859685894" sldId="11061"/>
            <ac:spMk id="1448" creationId="{CB0135D4-A3ED-9D6C-791C-2A9606643F9B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3859685894" sldId="11061"/>
            <ac:spMk id="1502" creationId="{37C5595F-D38C-A952-2EA9-B6A0BAC9D8BC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3859685894" sldId="11061"/>
            <ac:spMk id="1557" creationId="{83F476C2-B7A3-08E5-ED87-675932577F58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3859685894" sldId="11061"/>
            <ac:spMk id="1613" creationId="{AA2424A8-979E-1CB3-6B35-D7C0496AFBBE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3859685894" sldId="11061"/>
            <ac:spMk id="1670" creationId="{D57BF0CB-2A8C-18AC-243A-0E3E2601D242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3859685894" sldId="11061"/>
            <ac:spMk id="1787" creationId="{B60A8829-B415-0547-5384-2E3227D7799C}"/>
          </ac:spMkLst>
        </pc:spChg>
        <pc:spChg chg="add mod">
          <ac:chgData name="" userId="" providerId="" clId="Web-{92424B71-E97F-4897-9C2C-283E878AA17E}" dt="2026-10-13T18:11:36.009" v="6" actId="34807"/>
          <ac:spMkLst>
            <pc:docMk/>
            <pc:sldMk cId="3859685894" sldId="11061"/>
            <ac:spMk id="1847" creationId="{499122A0-F427-0AD8-77C2-E8C66FA4CFAB}"/>
          </ac:spMkLst>
        </pc:spChg>
      </pc:sldChg>
      <pc:sldChg chg="addSp modSp add mod setBg modNotesTx">
        <pc:chgData name="" userId="" providerId="" clId="Web-{92424B71-E97F-4897-9C2C-283E878AA17E}" dt="2026-10-13T18:11:33.822" v="5" actId="34807"/>
        <pc:sldMkLst>
          <pc:docMk/>
          <pc:sldMk cId="3325672339" sldId="11267"/>
        </pc:sldMkLst>
        <pc:spChg chg="add mod">
          <ac:chgData name="" userId="" providerId="" clId="Web-{92424B71-E97F-4897-9C2C-283E878AA17E}" dt="2026-10-13T18:11:30.884" v="4" actId="34807"/>
          <ac:spMkLst>
            <pc:docMk/>
            <pc:sldMk cId="3325672339" sldId="11267"/>
            <ac:spMk id="1908" creationId="{E823B410-3C12-B956-918A-5E6A28752D03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3325672339" sldId="11267"/>
            <ac:spMk id="1970" creationId="{8B9F332B-102C-5B2A-80B8-938ED62120AC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3325672339" sldId="11267"/>
            <ac:spMk id="2033" creationId="{A57B1C3C-7319-C87F-798C-BCD8495DDA1D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3325672339" sldId="11267"/>
            <ac:spMk id="2295" creationId="{5F86313D-4CE9-D78F-A521-E7CB23F75FCA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3325672339" sldId="11267"/>
            <ac:spMk id="2573" creationId="{C288FBF1-8D56-8C2B-167C-21D6CDF2E153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3325672339" sldId="11267"/>
            <ac:spMk id="2645" creationId="{9856C378-11B8-42A6-4AA3-81327F62C99E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3325672339" sldId="11267"/>
            <ac:spMk id="2718" creationId="{E774C021-3B84-5BC0-470B-895C5728AAB3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3325672339" sldId="11267"/>
            <ac:spMk id="2792" creationId="{B700F94E-AF05-4975-77B5-1C806AE2B4DC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3325672339" sldId="11267"/>
            <ac:spMk id="2943" creationId="{B136BF44-9B31-FCD7-6687-BB9BE6C4F881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3325672339" sldId="11267"/>
            <ac:spMk id="3020" creationId="{645C91A8-6CB0-A43E-CDDC-DF61CCB14525}"/>
          </ac:spMkLst>
        </pc:spChg>
      </pc:sldChg>
      <pc:sldChg chg="addSp modSp add mod setBg modNotesTx">
        <pc:chgData name="" userId="" providerId="" clId="Web-{92424B71-E97F-4897-9C2C-283E878AA17E}" dt="2026-10-13T18:11:33.822" v="5" actId="34807"/>
        <pc:sldMkLst>
          <pc:docMk/>
          <pc:sldMk cId="2596982715" sldId="11474"/>
        </pc:sldMkLst>
        <pc:spChg chg="add mod">
          <ac:chgData name="" userId="" providerId="" clId="Web-{92424B71-E97F-4897-9C2C-283E878AA17E}" dt="2026-10-13T18:11:30.884" v="4" actId="34807"/>
          <ac:spMkLst>
            <pc:docMk/>
            <pc:sldMk cId="2596982715" sldId="11474"/>
            <ac:spMk id="3098" creationId="{0C8B1C84-8959-F586-F24E-89731B385BF8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2596982715" sldId="11474"/>
            <ac:spMk id="3177" creationId="{3D67580A-DFE0-CD5C-CFB2-48DF2A21F97D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2596982715" sldId="11474"/>
            <ac:spMk id="3420" creationId="{0E8C270E-EF9F-68E8-A986-2327AE44F47D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2596982715" sldId="11474"/>
            <ac:spMk id="3503" creationId="{F7158CED-C25F-B510-AD31-21CC1BBF2508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2596982715" sldId="11474"/>
            <ac:spMk id="3587" creationId="{E45EA8D4-C754-B600-3D08-BB425FD02237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2596982715" sldId="11474"/>
            <ac:spMk id="3672" creationId="{D420110D-515B-CC33-CF2E-B3C9A13BB550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2596982715" sldId="11474"/>
            <ac:spMk id="3758" creationId="{479D30A4-5F39-A2E7-DABE-85C9A154148C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2596982715" sldId="11474"/>
            <ac:spMk id="3933" creationId="{2E226AF3-913D-2828-9776-F41720C9B5EA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2596982715" sldId="11474"/>
            <ac:spMk id="4022" creationId="{C31ECE90-161C-5959-E6D6-D320EC0CAB03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2596982715" sldId="11474"/>
            <ac:spMk id="4112" creationId="{55FB9CA8-385D-BE1A-0266-4E6B818EA43E}"/>
          </ac:spMkLst>
        </pc:spChg>
      </pc:sldChg>
      <pc:sldChg chg="addSp modSp add mod setBg modNotesTx">
        <pc:chgData name="" userId="" providerId="" clId="Web-{92424B71-E97F-4897-9C2C-283E878AA17E}" dt="2026-10-13T18:11:33.822" v="5" actId="34807"/>
        <pc:sldMkLst>
          <pc:docMk/>
          <pc:sldMk cId="638955326" sldId="11682"/>
        </pc:sldMkLst>
        <pc:spChg chg="add mod">
          <ac:chgData name="" userId="" providerId="" clId="Web-{92424B71-E97F-4897-9C2C-283E878AA17E}" dt="2026-10-13T18:11:30.884" v="4" actId="34807"/>
          <ac:spMkLst>
            <pc:docMk/>
            <pc:sldMk cId="638955326" sldId="11682"/>
            <ac:spMk id="4203" creationId="{5BFA9653-49A6-0174-085F-FC25ABB30EF6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638955326" sldId="11682"/>
            <ac:spMk id="4295" creationId="{D91D2309-C9EF-A35C-1DA3-8B3FDC0CA9C8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638955326" sldId="11682"/>
            <ac:spMk id="4388" creationId="{9EFFA22C-DDDB-51DF-ABCA-620DA8416ACC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638955326" sldId="11682"/>
            <ac:spMk id="4482" creationId="{057D8D7C-A73A-888B-65D6-35B8DFFDD866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638955326" sldId="11682"/>
            <ac:spMk id="4577" creationId="{C3A97E6C-CAC0-22B6-AC6B-AD976EECD13A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638955326" sldId="11682"/>
            <ac:spMk id="4770" creationId="{F77F6419-DECC-CD18-D8C7-15C84B606AF2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638955326" sldId="11682"/>
            <ac:spMk id="4967" creationId="{CA8507C9-F9FD-938B-88D2-797272E2163B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638955326" sldId="11682"/>
            <ac:spMk id="5067" creationId="{60F9EDD4-B42B-E59D-734C-8CEBC88B08AB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638955326" sldId="11682"/>
            <ac:spMk id="5168" creationId="{8EAB275D-2AC4-67DA-F652-EADFD598D92D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638955326" sldId="11682"/>
            <ac:spMk id="5270" creationId="{4F16970C-262A-D658-70B6-AE0216E85ECE}"/>
          </ac:spMkLst>
        </pc:spChg>
      </pc:sldChg>
      <pc:sldChg chg="addSp modSp add mod setBg modNotesTx">
        <pc:chgData name="" userId="" providerId="" clId="Web-{92424B71-E97F-4897-9C2C-283E878AA17E}" dt="2026-10-13T18:11:33.822" v="5" actId="34807"/>
        <pc:sldMkLst>
          <pc:docMk/>
          <pc:sldMk cId="419747260" sldId="11891"/>
        </pc:sldMkLst>
        <pc:spChg chg="add mod">
          <ac:chgData name="" userId="" providerId="" clId="Web-{92424B71-E97F-4897-9C2C-283E878AA17E}" dt="2026-10-13T18:11:30.884" v="4" actId="34807"/>
          <ac:spMkLst>
            <pc:docMk/>
            <pc:sldMk cId="419747260" sldId="11891"/>
            <ac:spMk id="5373" creationId="{12E84D4A-4A5E-5E6F-0D7A-8C494C1F75F4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419747260" sldId="11891"/>
            <ac:spMk id="5477" creationId="{709DBD86-84C5-BDD1-45E7-4A90A0777629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419747260" sldId="11891"/>
            <ac:spMk id="5582" creationId="{CE022C4D-D5F4-D5FA-38D8-3BD0E8CD906F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419747260" sldId="11891"/>
            <ac:spMk id="5688" creationId="{6109F2C8-0005-CB7D-EDF4-89FD245C8E03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419747260" sldId="11891"/>
            <ac:spMk id="5795" creationId="{DBB8C6E3-AEFE-9CE6-CE5D-5F2931844AB6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419747260" sldId="11891"/>
            <ac:spMk id="5903" creationId="{CED1B44D-4D54-F763-8A34-822B23E72668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419747260" sldId="11891"/>
            <ac:spMk id="6012" creationId="{C520B58E-0D09-113C-CFD8-A2274F0854E9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419747260" sldId="11891"/>
            <ac:spMk id="6122" creationId="{1B42573F-CE31-6DED-B4BE-AC10149CF24B}"/>
          </ac:spMkLst>
        </pc:spChg>
      </pc:sldChg>
      <pc:sldChg chg="addSp modSp add mod setBg modNotesTx">
        <pc:chgData name="" userId="" providerId="" clId="Web-{92424B71-E97F-4897-9C2C-283E878AA17E}" dt="2026-10-13T18:11:33.822" v="5" actId="34807"/>
        <pc:sldMkLst>
          <pc:docMk/>
          <pc:sldMk cId="789964935" sldId="12101"/>
        </pc:sldMkLst>
        <pc:spChg chg="add mod">
          <ac:chgData name="" userId="" providerId="" clId="Web-{92424B71-E97F-4897-9C2C-283E878AA17E}" dt="2026-10-13T18:11:30.884" v="4" actId="34807"/>
          <ac:spMkLst>
            <pc:docMk/>
            <pc:sldMk cId="789964935" sldId="12101"/>
            <ac:spMk id="6233" creationId="{5492A888-F887-77BC-181C-21615B3EB8C1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789964935" sldId="12101"/>
            <ac:spMk id="6345" creationId="{72DAB028-5158-5D34-44E0-40D3FB81160C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789964935" sldId="12101"/>
            <ac:spMk id="6458" creationId="{08486C8A-D518-D72A-4EA3-2FBF5DAABB6F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789964935" sldId="12101"/>
            <ac:spMk id="6572" creationId="{93E4F861-C9BB-83D6-2E9C-D51DD4914C1C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789964935" sldId="12101"/>
            <ac:spMk id="6687" creationId="{3B7079DB-323F-1A74-62E5-3F8A29B3C8DC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789964935" sldId="12101"/>
            <ac:spMk id="6803" creationId="{E341FA05-4F73-7B45-7C5A-4D2B99872E2F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789964935" sldId="12101"/>
            <ac:spMk id="6920" creationId="{6AEA7066-60E8-1916-0E94-803B00761B01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789964935" sldId="12101"/>
            <ac:spMk id="7038" creationId="{61EE0317-0815-6637-9951-26E1EE75BC62}"/>
          </ac:spMkLst>
        </pc:spChg>
      </pc:sldChg>
      <pc:sldChg chg="addSp delSp modSp add mod setBg modNotesTx">
        <pc:chgData name="" userId="" providerId="" clId="Web-{92424B71-E97F-4897-9C2C-283E878AA17E}" dt="2026-10-13T18:14:00.718" v="12" actId="34807"/>
        <pc:sldMkLst>
          <pc:docMk/>
          <pc:sldMk cId="3477326789" sldId="12312"/>
        </pc:sldMkLst>
        <pc:spChg chg="add mod">
          <ac:chgData name="" userId="" providerId="" clId="Web-{92424B71-E97F-4897-9C2C-283E878AA17E}" dt="2026-10-13T18:11:30.884" v="4" actId="34807"/>
          <ac:spMkLst>
            <pc:docMk/>
            <pc:sldMk cId="3477326789" sldId="12312"/>
            <ac:spMk id="7157" creationId="{C275FE70-BA9A-9156-E44F-CE24E3054801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3477326789" sldId="12312"/>
            <ac:spMk id="7277" creationId="{BE11C8B7-761A-5162-F87C-0FD5B028788F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3477326789" sldId="12312"/>
            <ac:spMk id="7398" creationId="{3362CD9E-2364-5400-2421-9D8D0E268D75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3477326789" sldId="12312"/>
            <ac:spMk id="7520" creationId="{6C454585-0B43-602D-C7E1-5232D11A2ECD}"/>
          </ac:spMkLst>
        </pc:spChg>
        <pc:spChg chg="add del mod">
          <ac:chgData name="" userId="" providerId="" clId="Web-{92424B71-E97F-4897-9C2C-283E878AA17E}" dt="2026-10-13T18:14:00.718" v="12" actId="34807"/>
          <ac:spMkLst>
            <pc:docMk/>
            <pc:sldMk cId="3477326789" sldId="12312"/>
            <ac:spMk id="7643" creationId="{DE3AF623-8FA3-92E6-E0D2-10E78A6D5B15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3477326789" sldId="12312"/>
            <ac:spMk id="7767" creationId="{F3F8CE59-D17C-20D8-AFC1-3FC14781EBE3}"/>
          </ac:spMkLst>
        </pc:spChg>
        <pc:spChg chg="add mod">
          <ac:chgData name="" userId="" providerId="" clId="Web-{92424B71-E97F-4897-9C2C-283E878AA17E}" dt="2026-10-13T18:13:59.171" v="11" actId="34807"/>
          <ac:spMkLst>
            <pc:docMk/>
            <pc:sldMk cId="3477326789" sldId="12312"/>
            <ac:spMk id="27910" creationId="{CF3779CF-742A-4380-723A-295786F03BD6}"/>
          </ac:spMkLst>
        </pc:spChg>
      </pc:sldChg>
      <pc:sldChg chg="addSp modSp add mod setBg modNotesTx">
        <pc:chgData name="" userId="" providerId="" clId="Web-{92424B71-E97F-4897-9C2C-283E878AA17E}" dt="2026-10-13T18:11:33.822" v="5" actId="34807"/>
        <pc:sldMkLst>
          <pc:docMk/>
          <pc:sldMk cId="346315698" sldId="12524"/>
        </pc:sldMkLst>
        <pc:spChg chg="add mod">
          <ac:chgData name="" userId="" providerId="" clId="Web-{92424B71-E97F-4897-9C2C-283E878AA17E}" dt="2026-10-13T18:11:30.884" v="4" actId="34807"/>
          <ac:spMkLst>
            <pc:docMk/>
            <pc:sldMk cId="346315698" sldId="12524"/>
            <ac:spMk id="7892" creationId="{20632908-77E8-1B05-5901-AFEA3E4FF066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346315698" sldId="12524"/>
            <ac:spMk id="8018" creationId="{D273151B-46F8-667C-0070-CB78B743D699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346315698" sldId="12524"/>
            <ac:spMk id="8145" creationId="{481FB39F-87D3-5569-F7C8-8C5999AE4E31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346315698" sldId="12524"/>
            <ac:spMk id="8402" creationId="{EAFC65B2-9226-3B87-935D-AB8CC7EF4018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346315698" sldId="12524"/>
            <ac:spMk id="8663" creationId="{FAE5B73E-FB09-11B7-A257-44EBD970E345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346315698" sldId="12524"/>
            <ac:spMk id="8795" creationId="{0B016063-2333-1F84-5C02-1E7AD3587017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346315698" sldId="12524"/>
            <ac:spMk id="8928" creationId="{F3E1C9F3-0703-223A-7DA2-775CFC9BA436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346315698" sldId="12524"/>
            <ac:spMk id="9062" creationId="{DA8C014F-14CD-5054-0897-9D7C75BDC65C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346315698" sldId="12524"/>
            <ac:spMk id="9197" creationId="{12C61B72-A00F-2D83-B3ED-63A361D758EE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346315698" sldId="12524"/>
            <ac:spMk id="9333" creationId="{8EE4F2BD-6496-1546-A324-0BAB1BA99C74}"/>
          </ac:spMkLst>
        </pc:spChg>
      </pc:sldChg>
      <pc:sldChg chg="addSp modSp add mod setBg modNotesTx">
        <pc:chgData name="" userId="" providerId="" clId="Web-{92424B71-E97F-4897-9C2C-283E878AA17E}" dt="2026-10-13T18:11:33.822" v="5" actId="34807"/>
        <pc:sldMkLst>
          <pc:docMk/>
          <pc:sldMk cId="1574868558" sldId="12737"/>
        </pc:sldMkLst>
        <pc:spChg chg="add mod">
          <ac:chgData name="" userId="" providerId="" clId="Web-{92424B71-E97F-4897-9C2C-283E878AA17E}" dt="2026-10-13T18:11:30.884" v="4" actId="34807"/>
          <ac:spMkLst>
            <pc:docMk/>
            <pc:sldMk cId="1574868558" sldId="12737"/>
            <ac:spMk id="9470" creationId="{93A9AA82-7C66-81DF-D6EA-34926573BA37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1574868558" sldId="12737"/>
            <ac:spMk id="9608" creationId="{88F9BC5A-CC36-783C-7651-E54C07634579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1574868558" sldId="12737"/>
            <ac:spMk id="9747" creationId="{61CD39A7-46F3-4F9D-8D94-1D2413603DF1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1574868558" sldId="12737"/>
            <ac:spMk id="9887" creationId="{5EDD157E-EAF6-470C-6FEE-EA07442D721C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1574868558" sldId="12737"/>
            <ac:spMk id="10028" creationId="{1A7736B6-21B9-3D3E-A8DB-644B5558FB8F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1574868558" sldId="12737"/>
            <ac:spMk id="10170" creationId="{5F76E429-04C0-9367-357F-093E0D3F991D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1574868558" sldId="12737"/>
            <ac:spMk id="10313" creationId="{9B9C7795-CE90-61DB-57C6-D33E7833C478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1574868558" sldId="12737"/>
            <ac:spMk id="10457" creationId="{5D1C981F-295F-DA0F-59E1-7EECD7C32515}"/>
          </ac:spMkLst>
        </pc:spChg>
      </pc:sldChg>
      <pc:sldChg chg="addSp modSp add mod setBg modNotesTx">
        <pc:chgData name="" userId="" providerId="" clId="Web-{92424B71-E97F-4897-9C2C-283E878AA17E}" dt="2026-10-13T18:11:33.822" v="5" actId="34807"/>
        <pc:sldMkLst>
          <pc:docMk/>
          <pc:sldMk cId="1741130982" sldId="12951"/>
        </pc:sldMkLst>
        <pc:spChg chg="add mod">
          <ac:chgData name="" userId="" providerId="" clId="Web-{92424B71-E97F-4897-9C2C-283E878AA17E}" dt="2026-10-13T18:11:30.884" v="4" actId="34807"/>
          <ac:spMkLst>
            <pc:docMk/>
            <pc:sldMk cId="1741130982" sldId="12951"/>
            <ac:spMk id="10602" creationId="{FEEC1D06-0D5B-73F7-F17E-6E7FE11B8EEC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1741130982" sldId="12951"/>
            <ac:spMk id="10748" creationId="{F4577CF2-C829-5E59-0C64-1687AD65F4A1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1741130982" sldId="12951"/>
            <ac:spMk id="10895" creationId="{ED67CFE2-5486-7B0D-D205-5890CD09BA1D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1741130982" sldId="12951"/>
            <ac:spMk id="11043" creationId="{F3600B98-9E0B-904D-0CF2-A175A786CE34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1741130982" sldId="12951"/>
            <ac:spMk id="11192" creationId="{295723FF-406C-7CB5-6CE0-969E95BC5139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1741130982" sldId="12951"/>
            <ac:spMk id="11342" creationId="{ED753A90-F249-B51D-DA9B-5E8D7CDE2923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1741130982" sldId="12951"/>
            <ac:spMk id="11493" creationId="{9BADD1FD-EE64-D355-9DB4-2186729C1810}"/>
          </ac:spMkLst>
        </pc:spChg>
        <pc:spChg chg="add mod">
          <ac:chgData name="" userId="" providerId="" clId="Web-{92424B71-E97F-4897-9C2C-283E878AA17E}" dt="2026-10-13T18:11:30.884" v="4" actId="34807"/>
          <ac:spMkLst>
            <pc:docMk/>
            <pc:sldMk cId="1741130982" sldId="12951"/>
            <ac:spMk id="11645" creationId="{D1FE26EE-B2C9-1B80-772D-D4A684298198}"/>
          </ac:spMkLst>
        </pc:spChg>
      </pc:sldChg>
      <pc:sldChg chg="addSp modSp add mod setBg modNotesTx">
        <pc:chgData name="" userId="" providerId="" clId="Web-{92424B71-E97F-4897-9C2C-283E878AA17E}" dt="2026-10-13T18:11:46.619" v="8" actId="34807"/>
        <pc:sldMkLst>
          <pc:docMk/>
          <pc:sldMk cId="619462565" sldId="13166"/>
        </pc:sldMkLst>
        <pc:spChg chg="add mod">
          <ac:chgData name="" userId="" providerId="" clId="Web-{92424B71-E97F-4897-9C2C-283E878AA17E}" dt="2026-10-13T18:11:44.213" v="7" actId="34807"/>
          <ac:spMkLst>
            <pc:docMk/>
            <pc:sldMk cId="619462565" sldId="13166"/>
            <ac:spMk id="11646" creationId="{04FDB9D3-22D8-C269-F06A-6D160FE78704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619462565" sldId="13166"/>
            <ac:spMk id="11648" creationId="{B79C30C3-6FB0-8B5E-CF13-A72EEF1984A6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619462565" sldId="13166"/>
            <ac:spMk id="11655" creationId="{02361021-E194-A138-8B2C-9A7F6DB0B03C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619462565" sldId="13166"/>
            <ac:spMk id="11666" creationId="{37A765A4-C7E0-4033-E18E-27C2C4E285FD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619462565" sldId="13166"/>
            <ac:spMk id="11673" creationId="{2EA3DA8E-B581-4757-A52F-17001717D3B7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619462565" sldId="13166"/>
            <ac:spMk id="11681" creationId="{398C18C8-7ACB-7111-A071-F862A7BCFE43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619462565" sldId="13166"/>
            <ac:spMk id="11690" creationId="{0F597591-B385-8D94-6F53-ED9C8DC903BD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619462565" sldId="13166"/>
            <ac:spMk id="11700" creationId="{B2073D31-A42F-A2A6-9AC8-9CC1A4CA6CA2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619462565" sldId="13166"/>
            <ac:spMk id="11711" creationId="{92C6DFDF-D1F6-C34B-EA66-E543D85D7A56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619462565" sldId="13166"/>
            <ac:spMk id="11723" creationId="{E7E5DAF2-F945-2FEB-6804-D52991ABFF8B}"/>
          </ac:spMkLst>
        </pc:spChg>
      </pc:sldChg>
      <pc:sldChg chg="addSp modSp add mod setBg modNotesTx">
        <pc:chgData name="" userId="" providerId="" clId="Web-{92424B71-E97F-4897-9C2C-283E878AA17E}" dt="2026-10-13T18:11:46.619" v="8" actId="34807"/>
        <pc:sldMkLst>
          <pc:docMk/>
          <pc:sldMk cId="2206933598" sldId="13382"/>
        </pc:sldMkLst>
        <pc:spChg chg="add mod">
          <ac:chgData name="" userId="" providerId="" clId="Web-{92424B71-E97F-4897-9C2C-283E878AA17E}" dt="2026-10-13T18:11:44.213" v="7" actId="34807"/>
          <ac:spMkLst>
            <pc:docMk/>
            <pc:sldMk cId="2206933598" sldId="13382"/>
            <ac:spMk id="11736" creationId="{880CE6FC-FC5C-CAE3-4900-0D8EEAF0AE1D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2206933598" sldId="13382"/>
            <ac:spMk id="11750" creationId="{3E3A1E78-E5BA-AB26-3472-08E1075B96F5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2206933598" sldId="13382"/>
            <ac:spMk id="11765" creationId="{CFDEAF41-CB78-BA6A-4BF9-2EA3D0B4A8AB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2206933598" sldId="13382"/>
            <ac:spMk id="11782" creationId="{A1B0EBD5-147C-1402-8603-B24AAEDEDF80}"/>
          </ac:spMkLst>
        </pc:spChg>
        <pc:graphicFrameChg chg="add mod">
          <ac:chgData name="" userId="" providerId="" clId="Web-{92424B71-E97F-4897-9C2C-283E878AA17E}" dt="2026-10-13T18:11:44.213" v="7" actId="34807"/>
          <ac:graphicFrameMkLst>
            <pc:docMk/>
            <pc:sldMk cId="2206933598" sldId="13382"/>
            <ac:graphicFrameMk id="7" creationId="{0218B76B-C48C-42FD-B4B0-20D52B5FA111}"/>
          </ac:graphicFrameMkLst>
        </pc:graphicFrameChg>
      </pc:sldChg>
      <pc:sldChg chg="addSp modSp add mod setBg modNotesTx">
        <pc:chgData name="" userId="" providerId="" clId="Web-{92424B71-E97F-4897-9C2C-283E878AA17E}" dt="2026-10-13T18:11:46.619" v="8" actId="34807"/>
        <pc:sldMkLst>
          <pc:docMk/>
          <pc:sldMk cId="3529845493" sldId="13599"/>
        </pc:sldMkLst>
        <pc:spChg chg="add mod">
          <ac:chgData name="" userId="" providerId="" clId="Web-{92424B71-E97F-4897-9C2C-283E878AA17E}" dt="2026-10-13T18:11:44.213" v="7" actId="34807"/>
          <ac:spMkLst>
            <pc:docMk/>
            <pc:sldMk cId="3529845493" sldId="13599"/>
            <ac:spMk id="11800" creationId="{EB6A9278-CC1A-908D-4529-5BFADE2D09D6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3529845493" sldId="13599"/>
            <ac:spMk id="11819" creationId="{BB2EC516-0CB3-5CD5-BC28-D073DA7390BB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3529845493" sldId="13599"/>
            <ac:spMk id="11839" creationId="{8EE89ECF-5981-F2F1-F4DC-DB067F45310B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3529845493" sldId="13599"/>
            <ac:spMk id="11860" creationId="{E3AACE2C-4398-9CB2-7419-46CD9C042308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3529845493" sldId="13599"/>
            <ac:spMk id="11882" creationId="{CA326EB5-1EEC-0C67-B894-AF11428D9572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3529845493" sldId="13599"/>
            <ac:spMk id="11905" creationId="{058E97A5-DDB0-2457-6D08-F2BB2A810F30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3529845493" sldId="13599"/>
            <ac:spMk id="11929" creationId="{39EC58E4-BA23-5D9B-190F-19D8393AE077}"/>
          </ac:spMkLst>
        </pc:spChg>
      </pc:sldChg>
      <pc:sldChg chg="addSp modSp add mod setBg modNotesTx">
        <pc:chgData name="" userId="" providerId="" clId="Web-{92424B71-E97F-4897-9C2C-283E878AA17E}" dt="2026-10-13T18:11:46.619" v="8" actId="34807"/>
        <pc:sldMkLst>
          <pc:docMk/>
          <pc:sldMk cId="327094310" sldId="13817"/>
        </pc:sldMkLst>
        <pc:spChg chg="add mod">
          <ac:chgData name="" userId="" providerId="" clId="Web-{92424B71-E97F-4897-9C2C-283E878AA17E}" dt="2026-10-13T18:11:44.213" v="7" actId="34807"/>
          <ac:spMkLst>
            <pc:docMk/>
            <pc:sldMk cId="327094310" sldId="13817"/>
            <ac:spMk id="11954" creationId="{CA48C644-EBC1-F50A-896A-C26130FB19BD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327094310" sldId="13817"/>
            <ac:spMk id="11980" creationId="{65CE5F96-1B5B-A422-8DBE-FF15107AC8D7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327094310" sldId="13817"/>
            <ac:spMk id="12007" creationId="{AB60035C-5A8D-1F55-92EB-DBF94A106A1E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327094310" sldId="13817"/>
            <ac:spMk id="12035" creationId="{586AEB75-8374-2308-DB7C-5A35F63F7B74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327094310" sldId="13817"/>
            <ac:spMk id="12064" creationId="{825E4FFA-D9DC-E9CB-BF0C-319E96FE9FFF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327094310" sldId="13817"/>
            <ac:spMk id="12094" creationId="{BDF674B9-8DE1-D126-2C67-F04BE96DE565}"/>
          </ac:spMkLst>
        </pc:spChg>
      </pc:sldChg>
      <pc:sldChg chg="addSp modSp add mod setBg modNotesTx">
        <pc:chgData name="" userId="" providerId="" clId="Web-{92424B71-E97F-4897-9C2C-283E878AA17E}" dt="2026-10-13T18:11:46.619" v="8" actId="34807"/>
        <pc:sldMkLst>
          <pc:docMk/>
          <pc:sldMk cId="1109223591" sldId="14036"/>
        </pc:sldMkLst>
        <pc:spChg chg="add mod">
          <ac:chgData name="" userId="" providerId="" clId="Web-{92424B71-E97F-4897-9C2C-283E878AA17E}" dt="2026-10-13T18:11:44.213" v="7" actId="34807"/>
          <ac:spMkLst>
            <pc:docMk/>
            <pc:sldMk cId="1109223591" sldId="14036"/>
            <ac:spMk id="12125" creationId="{9385BD6F-44EA-4955-D329-E07EF5DF7F49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1109223591" sldId="14036"/>
            <ac:spMk id="12157" creationId="{700AE0E9-C807-1F10-DE2E-D400446D8AA1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1109223591" sldId="14036"/>
            <ac:spMk id="12190" creationId="{3A75710E-8749-BCBC-3CCA-A7C4049CEDB3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1109223591" sldId="14036"/>
            <ac:spMk id="12224" creationId="{D50FE84B-3085-21B5-9DEC-163AB6205022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1109223591" sldId="14036"/>
            <ac:spMk id="12259" creationId="{797ED515-ABE8-0EE4-3787-510269005387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1109223591" sldId="14036"/>
            <ac:spMk id="12295" creationId="{9B9D4772-4482-9971-66EC-DB76D7B96FA9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1109223591" sldId="14036"/>
            <ac:spMk id="12332" creationId="{9FAFF292-981A-F80B-8162-8ED1C9F987F4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1109223591" sldId="14036"/>
            <ac:spMk id="12370" creationId="{A9A3617D-2C70-BD67-FD5D-A6D163BEFFC6}"/>
          </ac:spMkLst>
        </pc:spChg>
      </pc:sldChg>
      <pc:sldChg chg="addSp modSp add mod setBg modNotesTx">
        <pc:chgData name="" userId="" providerId="" clId="Web-{92424B71-E97F-4897-9C2C-283E878AA17E}" dt="2026-10-13T18:11:46.619" v="8" actId="34807"/>
        <pc:sldMkLst>
          <pc:docMk/>
          <pc:sldMk cId="1687470785" sldId="14256"/>
        </pc:sldMkLst>
        <pc:spChg chg="add mod">
          <ac:chgData name="" userId="" providerId="" clId="Web-{92424B71-E97F-4897-9C2C-283E878AA17E}" dt="2026-10-13T18:11:44.213" v="7" actId="34807"/>
          <ac:spMkLst>
            <pc:docMk/>
            <pc:sldMk cId="1687470785" sldId="14256"/>
            <ac:spMk id="12409" creationId="{754C36D2-A255-048B-D941-C8A132C9A9F1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1687470785" sldId="14256"/>
            <ac:spMk id="12449" creationId="{300EA4CE-1B8B-20A9-8A04-4BFADD1F80D4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1687470785" sldId="14256"/>
            <ac:spMk id="12490" creationId="{28898E82-6C2F-6D4A-F3EE-231631A300B9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1687470785" sldId="14256"/>
            <ac:spMk id="12532" creationId="{2FEFF088-71A2-78AA-A231-11893FEF0EE8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1687470785" sldId="14256"/>
            <ac:spMk id="12575" creationId="{413E82F4-0477-CEE7-4D7A-12BFBC5FDD9D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1687470785" sldId="14256"/>
            <ac:spMk id="12664" creationId="{AA31C9DE-9DD4-5B63-27B0-228894AA1CDE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1687470785" sldId="14256"/>
            <ac:spMk id="12710" creationId="{F45786FB-A60E-1FC7-77C1-F9E5E3CC331B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1687470785" sldId="14256"/>
            <ac:spMk id="12757" creationId="{566BE4B4-A9F7-E666-FE7C-41A4F653AB96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1687470785" sldId="14256"/>
            <ac:spMk id="12805" creationId="{DBAA2E09-77F8-D888-658F-8CF244B51F2F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1687470785" sldId="14256"/>
            <ac:spMk id="12854" creationId="{0D848F49-9A81-19E8-2AFC-18AC305AAACF}"/>
          </ac:spMkLst>
        </pc:spChg>
      </pc:sldChg>
      <pc:sldChg chg="addSp modSp add mod setBg modNotesTx">
        <pc:chgData name="" userId="" providerId="" clId="Web-{92424B71-E97F-4897-9C2C-283E878AA17E}" dt="2026-10-13T18:11:46.619" v="8" actId="34807"/>
        <pc:sldMkLst>
          <pc:docMk/>
          <pc:sldMk cId="3425218203" sldId="14477"/>
        </pc:sldMkLst>
        <pc:spChg chg="add mod">
          <ac:chgData name="" userId="" providerId="" clId="Web-{92424B71-E97F-4897-9C2C-283E878AA17E}" dt="2026-10-13T18:11:44.213" v="7" actId="34807"/>
          <ac:spMkLst>
            <pc:docMk/>
            <pc:sldMk cId="3425218203" sldId="14477"/>
            <ac:spMk id="12904" creationId="{D19B5879-6C40-6BD0-5B2A-8D30DF7F334F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3425218203" sldId="14477"/>
            <ac:spMk id="12955" creationId="{51B40C2F-ACBC-A564-38DD-C61F4B03233D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3425218203" sldId="14477"/>
            <ac:spMk id="13007" creationId="{3C3E0818-C932-7E7A-C085-786D35B8C37D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3425218203" sldId="14477"/>
            <ac:spMk id="13060" creationId="{6E6EF721-E045-8DD2-9F2A-7A102242F0D9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3425218203" sldId="14477"/>
            <ac:spMk id="13114" creationId="{E9EC1DF1-EA2E-F531-5D6F-D15BE9ADE5F5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3425218203" sldId="14477"/>
            <ac:spMk id="13169" creationId="{BC9F38DC-3833-0AC3-2649-E16BBFC80B25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3425218203" sldId="14477"/>
            <ac:spMk id="13225" creationId="{C143F394-78EE-6D2D-2050-CD569077D389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3425218203" sldId="14477"/>
            <ac:spMk id="13282" creationId="{5D98FCDD-273E-B51E-B255-126D55ADDCBD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3425218203" sldId="14477"/>
            <ac:spMk id="13340" creationId="{E4A1B36E-3849-5F39-5597-C4CBDF627B99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3425218203" sldId="14477"/>
            <ac:spMk id="13399" creationId="{00F0F4C7-5F07-8654-3CA2-A9FF1CB9A7D1}"/>
          </ac:spMkLst>
        </pc:spChg>
      </pc:sldChg>
      <pc:sldChg chg="addSp delSp modSp add mod setBg modNotesTx">
        <pc:chgData name="" userId="" providerId="" clId="Web-{92424B71-E97F-4897-9C2C-283E878AA17E}" dt="2026-10-13T18:14:00.718" v="12" actId="34807"/>
        <pc:sldMkLst>
          <pc:docMk/>
          <pc:sldMk cId="3653100840" sldId="14699"/>
        </pc:sldMkLst>
        <pc:spChg chg="add mod">
          <ac:chgData name="" userId="" providerId="" clId="Web-{92424B71-E97F-4897-9C2C-283E878AA17E}" dt="2026-10-13T18:11:44.213" v="7" actId="34807"/>
          <ac:spMkLst>
            <pc:docMk/>
            <pc:sldMk cId="3653100840" sldId="14699"/>
            <ac:spMk id="13459" creationId="{0FABDFED-6D59-499F-AD7B-065295321A99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3653100840" sldId="14699"/>
            <ac:spMk id="13520" creationId="{9CEF140F-1E8D-B0BB-5D83-D7F793B0392B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3653100840" sldId="14699"/>
            <ac:spMk id="13582" creationId="{5CE3584D-6391-B516-0139-E19105ED3B87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3653100840" sldId="14699"/>
            <ac:spMk id="13645" creationId="{DD3271A2-8D87-3EBA-B253-0A4C5506F4A9}"/>
          </ac:spMkLst>
        </pc:spChg>
        <pc:spChg chg="add del mod">
          <ac:chgData name="" userId="" providerId="" clId="Web-{92424B71-E97F-4897-9C2C-283E878AA17E}" dt="2026-10-13T18:14:00.718" v="12" actId="34807"/>
          <ac:spMkLst>
            <pc:docMk/>
            <pc:sldMk cId="3653100840" sldId="14699"/>
            <ac:spMk id="13709" creationId="{62EAFC9B-2275-49D5-CEFE-4A353D06B6C1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3653100840" sldId="14699"/>
            <ac:spMk id="13774" creationId="{A90BC7CB-5BA1-C206-2196-BC0AEFAB65C4}"/>
          </ac:spMkLst>
        </pc:spChg>
        <pc:spChg chg="add mod">
          <ac:chgData name="" userId="" providerId="" clId="Web-{92424B71-E97F-4897-9C2C-283E878AA17E}" dt="2026-10-13T18:13:59.171" v="11" actId="34807"/>
          <ac:spMkLst>
            <pc:docMk/>
            <pc:sldMk cId="3653100840" sldId="14699"/>
            <ac:spMk id="27912" creationId="{BBD5E565-3059-FCFD-DBDE-FDA3F739142D}"/>
          </ac:spMkLst>
        </pc:spChg>
      </pc:sldChg>
      <pc:sldChg chg="addSp modSp add mod setBg modNotesTx">
        <pc:chgData name="" userId="" providerId="" clId="Web-{92424B71-E97F-4897-9C2C-283E878AA17E}" dt="2026-10-13T18:11:46.619" v="8" actId="34807"/>
        <pc:sldMkLst>
          <pc:docMk/>
          <pc:sldMk cId="4282232686" sldId="14922"/>
        </pc:sldMkLst>
        <pc:spChg chg="add mod">
          <ac:chgData name="" userId="" providerId="" clId="Web-{92424B71-E97F-4897-9C2C-283E878AA17E}" dt="2026-10-13T18:11:44.213" v="7" actId="34807"/>
          <ac:spMkLst>
            <pc:docMk/>
            <pc:sldMk cId="4282232686" sldId="14922"/>
            <ac:spMk id="13840" creationId="{41F015F8-628A-CAF7-0FF2-F2E396EFA6FA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4282232686" sldId="14922"/>
            <ac:spMk id="13907" creationId="{2C6E840A-F8B6-DAC3-02C5-3EB0A8A070D3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4282232686" sldId="14922"/>
            <ac:spMk id="13975" creationId="{557AB864-03A2-E34D-B500-C8B7744FE756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4282232686" sldId="14922"/>
            <ac:spMk id="14044" creationId="{66F5E397-280B-29A2-3B10-C3B0CA8F6C48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4282232686" sldId="14922"/>
            <ac:spMk id="14114" creationId="{1B0D5049-87CB-8C58-E865-F6A925768F43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4282232686" sldId="14922"/>
            <ac:spMk id="14185" creationId="{09D54AB3-CFF3-F265-1C44-8BA5FCABA55A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4282232686" sldId="14922"/>
            <ac:spMk id="14257" creationId="{E34FEF87-223A-D5EC-C510-B8759ABDAB96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4282232686" sldId="14922"/>
            <ac:spMk id="14330" creationId="{5A215532-9E05-6AE6-0D09-E9F81E83B6B2}"/>
          </ac:spMkLst>
        </pc:spChg>
      </pc:sldChg>
      <pc:sldChg chg="addSp modSp add mod setBg modNotesTx">
        <pc:chgData name="" userId="" providerId="" clId="Web-{92424B71-E97F-4897-9C2C-283E878AA17E}" dt="2026-10-13T18:11:46.619" v="8" actId="34807"/>
        <pc:sldMkLst>
          <pc:docMk/>
          <pc:sldMk cId="1774135798" sldId="15146"/>
        </pc:sldMkLst>
        <pc:spChg chg="add mod">
          <ac:chgData name="" userId="" providerId="" clId="Web-{92424B71-E97F-4897-9C2C-283E878AA17E}" dt="2026-10-13T18:11:44.213" v="7" actId="34807"/>
          <ac:spMkLst>
            <pc:docMk/>
            <pc:sldMk cId="1774135798" sldId="15146"/>
            <ac:spMk id="14404" creationId="{D18F6449-55C1-AC68-8E44-A22A3DBDE810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1774135798" sldId="15146"/>
            <ac:spMk id="14479" creationId="{D5004D37-98F7-338F-2811-E26194E644D3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1774135798" sldId="15146"/>
            <ac:spMk id="14555" creationId="{9035DCFD-C712-2F2E-F785-1CB606C84616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1774135798" sldId="15146"/>
            <ac:spMk id="14632" creationId="{1664A6C1-4F61-DF10-3677-16726DF6A58D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1774135798" sldId="15146"/>
            <ac:spMk id="14710" creationId="{AB07669B-C454-A5EB-0FCD-B01DE6F06946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1774135798" sldId="15146"/>
            <ac:spMk id="14789" creationId="{82F41372-0C96-A4C6-3445-703F67086A49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1774135798" sldId="15146"/>
            <ac:spMk id="14869" creationId="{09449DEE-D38C-9A7B-B581-2C92C0FE86B4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1774135798" sldId="15146"/>
            <ac:spMk id="14950" creationId="{D723451A-29C9-6E42-AD26-82F859E546E0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1774135798" sldId="15146"/>
            <ac:spMk id="15032" creationId="{C8CEDE05-B168-458B-D70D-5C6BF109CEA6}"/>
          </ac:spMkLst>
        </pc:spChg>
      </pc:sldChg>
      <pc:sldChg chg="addSp modSp add mod setBg modNotesTx">
        <pc:chgData name="" userId="" providerId="" clId="Web-{92424B71-E97F-4897-9C2C-283E878AA17E}" dt="2026-10-13T18:11:46.619" v="8" actId="34807"/>
        <pc:sldMkLst>
          <pc:docMk/>
          <pc:sldMk cId="3961883941" sldId="15371"/>
        </pc:sldMkLst>
        <pc:spChg chg="add mod">
          <ac:chgData name="" userId="" providerId="" clId="Web-{92424B71-E97F-4897-9C2C-283E878AA17E}" dt="2026-10-13T18:11:44.213" v="7" actId="34807"/>
          <ac:spMkLst>
            <pc:docMk/>
            <pc:sldMk cId="3961883941" sldId="15371"/>
            <ac:spMk id="15115" creationId="{80793E15-3C7A-8222-B5A3-8DB39C70790C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3961883941" sldId="15371"/>
            <ac:spMk id="15199" creationId="{4F0DFD12-9FE6-DE14-93AF-F7D9BC43F2E0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3961883941" sldId="15371"/>
            <ac:spMk id="15284" creationId="{59C4299C-9C6D-054E-AA25-16BAD0F16728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3961883941" sldId="15371"/>
            <ac:spMk id="15370" creationId="{DC8418B2-FB14-309F-744C-9B89747D146E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3961883941" sldId="15371"/>
            <ac:spMk id="15457" creationId="{E9BAA83A-59E7-EC10-409B-95EC27D088B4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3961883941" sldId="15371"/>
            <ac:spMk id="15545" creationId="{9CAF1BDE-16D3-26AC-1B17-7EEDE9B131D6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3961883941" sldId="15371"/>
            <ac:spMk id="15634" creationId="{68B93A57-2CC4-932D-B63B-BBCA4962E233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3961883941" sldId="15371"/>
            <ac:spMk id="15724" creationId="{C1399923-0F3A-0FB0-BF68-2F9D9D964855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3961883941" sldId="15371"/>
            <ac:spMk id="15815" creationId="{B4AE145A-C0E3-3DE9-9D3A-549B8BF38D0B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3961883941" sldId="15371"/>
            <ac:spMk id="15907" creationId="{EB4BB8C0-CD48-486A-3834-EB565442F74D}"/>
          </ac:spMkLst>
        </pc:spChg>
      </pc:sldChg>
      <pc:sldChg chg="addSp modSp add mod setBg modNotesTx">
        <pc:chgData name="" userId="" providerId="" clId="Web-{92424B71-E97F-4897-9C2C-283E878AA17E}" dt="2026-10-13T18:11:46.619" v="8" actId="34807"/>
        <pc:sldMkLst>
          <pc:docMk/>
          <pc:sldMk cId="1455538768" sldId="15597"/>
        </pc:sldMkLst>
        <pc:spChg chg="add mod">
          <ac:chgData name="" userId="" providerId="" clId="Web-{92424B71-E97F-4897-9C2C-283E878AA17E}" dt="2026-10-13T18:11:44.213" v="7" actId="34807"/>
          <ac:spMkLst>
            <pc:docMk/>
            <pc:sldMk cId="1455538768" sldId="15597"/>
            <ac:spMk id="16000" creationId="{40061E7A-1AC4-D9BC-1E07-A872346831E4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1455538768" sldId="15597"/>
            <ac:spMk id="16094" creationId="{0A1AE057-E026-31FD-34ED-BFC77DE2668E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1455538768" sldId="15597"/>
            <ac:spMk id="16189" creationId="{C9B2F341-677F-3D54-1823-DF8C3AA0E9B8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1455538768" sldId="15597"/>
            <ac:spMk id="16285" creationId="{042DB380-2894-D834-3179-3498A01AFF9B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1455538768" sldId="15597"/>
            <ac:spMk id="16382" creationId="{D3186281-80FF-2E69-BA15-EC5DC615CCF0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1455538768" sldId="15597"/>
            <ac:spMk id="16480" creationId="{6D490D5A-1CB4-1DA3-010A-2079AB775D38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1455538768" sldId="15597"/>
            <ac:spMk id="16579" creationId="{C51CE684-027E-CAC7-B3DE-50BB9CDD3181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1455538768" sldId="15597"/>
            <ac:spMk id="16679" creationId="{5DAEA3FD-7593-EBF7-8EA6-4F2AF2220414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1455538768" sldId="15597"/>
            <ac:spMk id="16882" creationId="{4D2BCA5F-C0C8-5469-2549-92CA11ACE4FC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1455538768" sldId="15597"/>
            <ac:spMk id="17089" creationId="{710EB07F-2CDA-68F0-E772-EDBCDD846A53}"/>
          </ac:spMkLst>
        </pc:spChg>
      </pc:sldChg>
      <pc:sldChg chg="addSp modSp add mod setBg modNotesTx">
        <pc:chgData name="" userId="" providerId="" clId="Web-{92424B71-E97F-4897-9C2C-283E878AA17E}" dt="2026-10-13T18:11:46.619" v="8" actId="34807"/>
        <pc:sldMkLst>
          <pc:docMk/>
          <pc:sldMk cId="3997536910" sldId="15824"/>
        </pc:sldMkLst>
        <pc:spChg chg="add mod">
          <ac:chgData name="" userId="" providerId="" clId="Web-{92424B71-E97F-4897-9C2C-283E878AA17E}" dt="2026-10-13T18:11:44.213" v="7" actId="34807"/>
          <ac:spMkLst>
            <pc:docMk/>
            <pc:sldMk cId="3997536910" sldId="15824"/>
            <ac:spMk id="17194" creationId="{F8E7E556-92E7-3496-5EC2-8AE27E5F81FF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3997536910" sldId="15824"/>
            <ac:spMk id="17300" creationId="{A19BBE82-D040-9CE1-8882-BE4ADDEE643F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3997536910" sldId="15824"/>
            <ac:spMk id="17407" creationId="{83C87785-78B5-0E06-8F33-BDADF5FA86A9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3997536910" sldId="15824"/>
            <ac:spMk id="17515" creationId="{01C207E9-3C97-C5FA-C21F-E3D8272CD996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3997536910" sldId="15824"/>
            <ac:spMk id="17624" creationId="{50C6B647-F5EE-ABFD-084A-E5A723D07397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3997536910" sldId="15824"/>
            <ac:spMk id="17734" creationId="{40EF9215-6D33-41E2-0E1C-3617751B43A7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3997536910" sldId="15824"/>
            <ac:spMk id="17845" creationId="{1F771169-ED92-F100-581C-066ACF9DD19B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3997536910" sldId="15824"/>
            <ac:spMk id="17957" creationId="{7E2023A3-9BFC-AC6A-6B6F-CF357093D2B7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3997536910" sldId="15824"/>
            <ac:spMk id="18070" creationId="{6B2C36F7-84F6-40BD-616B-AED1FA297ACF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3997536910" sldId="15824"/>
            <ac:spMk id="18184" creationId="{6FEE5ACF-1663-B814-E80B-18EB3FF08972}"/>
          </ac:spMkLst>
        </pc:spChg>
      </pc:sldChg>
      <pc:sldChg chg="addSp modSp add mod setBg modNotesTx">
        <pc:chgData name="" userId="" providerId="" clId="Web-{92424B71-E97F-4897-9C2C-283E878AA17E}" dt="2026-10-13T18:11:46.619" v="8" actId="34807"/>
        <pc:sldMkLst>
          <pc:docMk/>
          <pc:sldMk cId="20148058" sldId="16052"/>
        </pc:sldMkLst>
        <pc:spChg chg="add mod">
          <ac:chgData name="" userId="" providerId="" clId="Web-{92424B71-E97F-4897-9C2C-283E878AA17E}" dt="2026-10-13T18:11:44.213" v="7" actId="34807"/>
          <ac:spMkLst>
            <pc:docMk/>
            <pc:sldMk cId="20148058" sldId="16052"/>
            <ac:spMk id="18415" creationId="{B62BBEB6-9CAC-1D84-BF6C-37EABB2919F2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20148058" sldId="16052"/>
            <ac:spMk id="18532" creationId="{416FC140-D75B-EC82-ECB5-980A61E36F28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20148058" sldId="16052"/>
            <ac:spMk id="18650" creationId="{F48A563B-35E5-AFAC-37BD-4B3530CE2FB6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20148058" sldId="16052"/>
            <ac:spMk id="18769" creationId="{3B1B4D9F-294A-62D7-B5ED-D43B31816486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20148058" sldId="16052"/>
            <ac:spMk id="18889" creationId="{D79AE942-D6E5-EE64-4BFA-B35A3C1EC410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20148058" sldId="16052"/>
            <ac:spMk id="19010" creationId="{A9844151-B2B7-6BAF-09E4-ADE95D4AFBF7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20148058" sldId="16052"/>
            <ac:spMk id="19132" creationId="{564BA67F-EF22-D3F8-29A8-B82F6F643D79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20148058" sldId="16052"/>
            <ac:spMk id="19255" creationId="{A3D4E344-E694-E5C9-6EE3-7908BB02A627}"/>
          </ac:spMkLst>
        </pc:spChg>
      </pc:sldChg>
      <pc:sldChg chg="addSp modSp add mod setBg modNotesTx">
        <pc:chgData name="" userId="" providerId="" clId="Web-{92424B71-E97F-4897-9C2C-283E878AA17E}" dt="2026-10-13T18:11:46.619" v="8" actId="34807"/>
        <pc:sldMkLst>
          <pc:docMk/>
          <pc:sldMk cId="2399746368" sldId="16281"/>
        </pc:sldMkLst>
        <pc:spChg chg="add mod">
          <ac:chgData name="" userId="" providerId="" clId="Web-{92424B71-E97F-4897-9C2C-283E878AA17E}" dt="2026-10-13T18:11:44.213" v="7" actId="34807"/>
          <ac:spMkLst>
            <pc:docMk/>
            <pc:sldMk cId="2399746368" sldId="16281"/>
            <ac:spMk id="19379" creationId="{E537DD52-9334-0B36-E743-99644C947649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2399746368" sldId="16281"/>
            <ac:spMk id="19504" creationId="{0FC81DB1-D039-D820-795F-5DD29FA46647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2399746368" sldId="16281"/>
            <ac:spMk id="19630" creationId="{85EF3959-9B42-89B0-75E2-8796749CE6CB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2399746368" sldId="16281"/>
            <ac:spMk id="19757" creationId="{E23E2B26-DF83-60EF-77CB-5E317E461BF6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2399746368" sldId="16281"/>
            <ac:spMk id="19885" creationId="{37F62E79-7DCB-F494-5948-47C49E5BBCF5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2399746368" sldId="16281"/>
            <ac:spMk id="20014" creationId="{9F406A6E-C104-AB4C-FB6F-10305506BCB9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2399746368" sldId="16281"/>
            <ac:spMk id="20144" creationId="{0B089B1F-95AA-EA45-AFDF-185AD5BDD90F}"/>
          </ac:spMkLst>
        </pc:spChg>
      </pc:sldChg>
      <pc:sldChg chg="addSp modSp add mod setBg modNotesTx">
        <pc:chgData name="" userId="" providerId="" clId="Web-{92424B71-E97F-4897-9C2C-283E878AA17E}" dt="2026-10-13T18:11:46.619" v="8" actId="34807"/>
        <pc:sldMkLst>
          <pc:docMk/>
          <pc:sldMk cId="2714065645" sldId="16511"/>
        </pc:sldMkLst>
        <pc:spChg chg="add mod">
          <ac:chgData name="" userId="" providerId="" clId="Web-{92424B71-E97F-4897-9C2C-283E878AA17E}" dt="2026-10-13T18:11:44.213" v="7" actId="34807"/>
          <ac:spMkLst>
            <pc:docMk/>
            <pc:sldMk cId="2714065645" sldId="16511"/>
            <ac:spMk id="20275" creationId="{9E9904F2-79DD-CEC7-F3FB-58BB6157C168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2714065645" sldId="16511"/>
            <ac:spMk id="20407" creationId="{52319319-08B6-1BC3-2A1D-8A64C35A28D5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2714065645" sldId="16511"/>
            <ac:spMk id="20540" creationId="{6D613C0C-015E-4EAB-4B69-F04422C56432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2714065645" sldId="16511"/>
            <ac:spMk id="20674" creationId="{EEF56B8B-EAD4-E375-57FA-30C79C2E0A92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2714065645" sldId="16511"/>
            <ac:spMk id="20809" creationId="{80E0B77E-8BD3-FCAF-7C08-5EB3638A97D1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2714065645" sldId="16511"/>
            <ac:spMk id="20945" creationId="{B9D1AB16-00D6-D362-79FF-E9F32A915F3E}"/>
          </ac:spMkLst>
        </pc:spChg>
      </pc:sldChg>
      <pc:sldChg chg="addSp modSp add mod setBg modNotesTx">
        <pc:chgData name="" userId="" providerId="" clId="Web-{92424B71-E97F-4897-9C2C-283E878AA17E}" dt="2026-10-13T18:11:46.619" v="8" actId="34807"/>
        <pc:sldMkLst>
          <pc:docMk/>
          <pc:sldMk cId="588829871" sldId="16742"/>
        </pc:sldMkLst>
        <pc:spChg chg="add mod">
          <ac:chgData name="" userId="" providerId="" clId="Web-{92424B71-E97F-4897-9C2C-283E878AA17E}" dt="2026-10-13T18:11:44.213" v="7" actId="34807"/>
          <ac:spMkLst>
            <pc:docMk/>
            <pc:sldMk cId="588829871" sldId="16742"/>
            <ac:spMk id="21082" creationId="{DB1A125D-42DE-2231-0CC2-E02E31AE5A6D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588829871" sldId="16742"/>
            <ac:spMk id="21220" creationId="{194C15EB-B349-7F27-E470-55C3013F698D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588829871" sldId="16742"/>
            <ac:spMk id="21359" creationId="{86E841F2-1BB1-AAC7-40FC-1217043F6002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588829871" sldId="16742"/>
            <ac:spMk id="21499" creationId="{8498DF6E-2468-4A72-5624-65B3EF904074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588829871" sldId="16742"/>
            <ac:spMk id="21640" creationId="{1804D1E2-5739-AB36-9A43-A40B1EFE29CA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588829871" sldId="16742"/>
            <ac:spMk id="21782" creationId="{D20D6061-3C61-C4BA-B6A9-4EB91C48204F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588829871" sldId="16742"/>
            <ac:spMk id="21925" creationId="{1A4224CA-9CF2-6330-8F6D-7CDCAC39CE9F}"/>
          </ac:spMkLst>
        </pc:spChg>
        <pc:spChg chg="add mod">
          <ac:chgData name="" userId="" providerId="" clId="Web-{92424B71-E97F-4897-9C2C-283E878AA17E}" dt="2026-10-13T18:11:44.213" v="7" actId="34807"/>
          <ac:spMkLst>
            <pc:docMk/>
            <pc:sldMk cId="588829871" sldId="16742"/>
            <ac:spMk id="22069" creationId="{ABB13491-2151-9483-AAAC-7B37FAFDE56D}"/>
          </ac:spMkLst>
        </pc:spChg>
      </pc:sldChg>
      <pc:sldChg chg="addSp modSp add mod setBg modNotesTx">
        <pc:chgData name="" userId="" providerId="" clId="Web-{92424B71-E97F-4897-9C2C-283E878AA17E}" dt="2026-10-13T18:12:01.370" v="10" actId="34807"/>
        <pc:sldMkLst>
          <pc:docMk/>
          <pc:sldMk cId="1565992660" sldId="16974"/>
        </pc:sldMkLst>
        <pc:spChg chg="add mod">
          <ac:chgData name="" userId="" providerId="" clId="Web-{92424B71-E97F-4897-9C2C-283E878AA17E}" dt="2026-10-13T18:11:59.557" v="9" actId="34807"/>
          <ac:spMkLst>
            <pc:docMk/>
            <pc:sldMk cId="1565992660" sldId="16974"/>
            <ac:spMk id="22070" creationId="{58F54013-DBE2-EB6C-485F-317AD30E7ECE}"/>
          </ac:spMkLst>
        </pc:spChg>
        <pc:spChg chg="add mod">
          <ac:chgData name="" userId="" providerId="" clId="Web-{92424B71-E97F-4897-9C2C-283E878AA17E}" dt="2026-10-13T18:11:59.557" v="9" actId="34807"/>
          <ac:spMkLst>
            <pc:docMk/>
            <pc:sldMk cId="1565992660" sldId="16974"/>
            <ac:spMk id="22072" creationId="{E7A2C51D-AEA1-D13C-8FC4-F3C1DE814176}"/>
          </ac:spMkLst>
        </pc:spChg>
        <pc:spChg chg="add mod">
          <ac:chgData name="" userId="" providerId="" clId="Web-{92424B71-E97F-4897-9C2C-283E878AA17E}" dt="2026-10-13T18:11:59.557" v="9" actId="34807"/>
          <ac:spMkLst>
            <pc:docMk/>
            <pc:sldMk cId="1565992660" sldId="16974"/>
            <ac:spMk id="22075" creationId="{BA59F0EE-2DCF-FB40-1AB1-241A4057AF00}"/>
          </ac:spMkLst>
        </pc:spChg>
        <pc:spChg chg="add mod">
          <ac:chgData name="" userId="" providerId="" clId="Web-{92424B71-E97F-4897-9C2C-283E878AA17E}" dt="2026-10-13T18:11:59.557" v="9" actId="34807"/>
          <ac:spMkLst>
            <pc:docMk/>
            <pc:sldMk cId="1565992660" sldId="16974"/>
            <ac:spMk id="22079" creationId="{56699E2C-EE80-0CC5-C7CD-FADCBDA93086}"/>
          </ac:spMkLst>
        </pc:spChg>
        <pc:spChg chg="add mod">
          <ac:chgData name="" userId="" providerId="" clId="Web-{92424B71-E97F-4897-9C2C-283E878AA17E}" dt="2026-10-13T18:11:59.557" v="9" actId="34807"/>
          <ac:spMkLst>
            <pc:docMk/>
            <pc:sldMk cId="1565992660" sldId="16974"/>
            <ac:spMk id="22084" creationId="{46F47317-51C1-2DDA-7E92-223A97288D8E}"/>
          </ac:spMkLst>
        </pc:spChg>
        <pc:spChg chg="add mod">
          <ac:chgData name="" userId="" providerId="" clId="Web-{92424B71-E97F-4897-9C2C-283E878AA17E}" dt="2026-10-13T18:11:59.557" v="9" actId="34807"/>
          <ac:spMkLst>
            <pc:docMk/>
            <pc:sldMk cId="1565992660" sldId="16974"/>
            <ac:spMk id="22090" creationId="{DA5F9C78-4E64-9777-02A1-93D6E2A9C48C}"/>
          </ac:spMkLst>
        </pc:spChg>
        <pc:spChg chg="add mod">
          <ac:chgData name="" userId="" providerId="" clId="Web-{92424B71-E97F-4897-9C2C-283E878AA17E}" dt="2026-10-13T18:11:59.557" v="9" actId="34807"/>
          <ac:spMkLst>
            <pc:docMk/>
            <pc:sldMk cId="1565992660" sldId="16974"/>
            <ac:spMk id="22097" creationId="{59B874D4-382A-73F3-FE69-B48B653524FD}"/>
          </ac:spMkLst>
        </pc:spChg>
        <pc:spChg chg="add mod">
          <ac:chgData name="" userId="" providerId="" clId="Web-{92424B71-E97F-4897-9C2C-283E878AA17E}" dt="2026-10-13T18:11:59.557" v="9" actId="34807"/>
          <ac:spMkLst>
            <pc:docMk/>
            <pc:sldMk cId="1565992660" sldId="16974"/>
            <ac:spMk id="22105" creationId="{282DB779-A795-F0CF-9B02-80A4B5E00CFB}"/>
          </ac:spMkLst>
        </pc:spChg>
        <pc:spChg chg="add mod">
          <ac:chgData name="" userId="" providerId="" clId="Web-{92424B71-E97F-4897-9C2C-283E878AA17E}" dt="2026-10-13T18:11:59.557" v="9" actId="34807"/>
          <ac:spMkLst>
            <pc:docMk/>
            <pc:sldMk cId="1565992660" sldId="16974"/>
            <ac:spMk id="22114" creationId="{BFC1E189-0306-2B85-CE63-47F48C37F424}"/>
          </ac:spMkLst>
        </pc:spChg>
      </pc:sldChg>
      <pc:sldChg chg="addSp modSp add mod setBg modNotesTx">
        <pc:chgData name="" userId="" providerId="" clId="Web-{92424B71-E97F-4897-9C2C-283E878AA17E}" dt="2026-10-13T18:12:01.370" v="10" actId="34807"/>
        <pc:sldMkLst>
          <pc:docMk/>
          <pc:sldMk cId="1048076680" sldId="17207"/>
        </pc:sldMkLst>
        <pc:spChg chg="add mod">
          <ac:chgData name="" userId="" providerId="" clId="Web-{92424B71-E97F-4897-9C2C-283E878AA17E}" dt="2026-10-13T18:11:59.557" v="9" actId="34807"/>
          <ac:spMkLst>
            <pc:docMk/>
            <pc:sldMk cId="1048076680" sldId="17207"/>
            <ac:spMk id="22124" creationId="{4352C640-7022-212C-44A6-B49EB8B2AEFB}"/>
          </ac:spMkLst>
        </pc:spChg>
        <pc:spChg chg="add mod">
          <ac:chgData name="" userId="" providerId="" clId="Web-{92424B71-E97F-4897-9C2C-283E878AA17E}" dt="2026-10-13T18:11:59.557" v="9" actId="34807"/>
          <ac:spMkLst>
            <pc:docMk/>
            <pc:sldMk cId="1048076680" sldId="17207"/>
            <ac:spMk id="22135" creationId="{20EF89BC-8186-8ECB-8F4A-963FDABCDCA4}"/>
          </ac:spMkLst>
        </pc:spChg>
        <pc:spChg chg="add mod">
          <ac:chgData name="" userId="" providerId="" clId="Web-{92424B71-E97F-4897-9C2C-283E878AA17E}" dt="2026-10-13T18:11:59.557" v="9" actId="34807"/>
          <ac:spMkLst>
            <pc:docMk/>
            <pc:sldMk cId="1048076680" sldId="17207"/>
            <ac:spMk id="22147" creationId="{7E1AEC3B-9697-4E28-EAE6-F0303D138FE0}"/>
          </ac:spMkLst>
        </pc:spChg>
        <pc:spChg chg="add mod">
          <ac:chgData name="" userId="" providerId="" clId="Web-{92424B71-E97F-4897-9C2C-283E878AA17E}" dt="2026-10-13T18:11:59.557" v="9" actId="34807"/>
          <ac:spMkLst>
            <pc:docMk/>
            <pc:sldMk cId="1048076680" sldId="17207"/>
            <ac:spMk id="22160" creationId="{269937CC-6631-7FD7-A8EE-6EB2AEEE383A}"/>
          </ac:spMkLst>
        </pc:spChg>
        <pc:spChg chg="add mod">
          <ac:chgData name="" userId="" providerId="" clId="Web-{92424B71-E97F-4897-9C2C-283E878AA17E}" dt="2026-10-13T18:11:59.557" v="9" actId="34807"/>
          <ac:spMkLst>
            <pc:docMk/>
            <pc:sldMk cId="1048076680" sldId="17207"/>
            <ac:spMk id="22174" creationId="{577F61B5-12A6-BE1D-2301-E054B07468A1}"/>
          </ac:spMkLst>
        </pc:spChg>
        <pc:spChg chg="add mod">
          <ac:chgData name="" userId="" providerId="" clId="Web-{92424B71-E97F-4897-9C2C-283E878AA17E}" dt="2026-10-13T18:11:59.557" v="9" actId="34807"/>
          <ac:spMkLst>
            <pc:docMk/>
            <pc:sldMk cId="1048076680" sldId="17207"/>
            <ac:spMk id="22189" creationId="{EA560019-A7D9-DACD-4994-F41E7FD5E902}"/>
          </ac:spMkLst>
        </pc:spChg>
        <pc:spChg chg="add mod">
          <ac:chgData name="" userId="" providerId="" clId="Web-{92424B71-E97F-4897-9C2C-283E878AA17E}" dt="2026-10-13T18:11:59.557" v="9" actId="34807"/>
          <ac:spMkLst>
            <pc:docMk/>
            <pc:sldMk cId="1048076680" sldId="17207"/>
            <ac:spMk id="22205" creationId="{CA9743AC-36EE-7BF4-F861-8A85E4C6587F}"/>
          </ac:spMkLst>
        </pc:spChg>
        <pc:spChg chg="add mod">
          <ac:chgData name="" userId="" providerId="" clId="Web-{92424B71-E97F-4897-9C2C-283E878AA17E}" dt="2026-10-13T18:11:59.557" v="9" actId="34807"/>
          <ac:spMkLst>
            <pc:docMk/>
            <pc:sldMk cId="1048076680" sldId="17207"/>
            <ac:spMk id="22222" creationId="{E8DC7310-7B02-5E8D-C123-A08A98DD9071}"/>
          </ac:spMkLst>
        </pc:spChg>
      </pc:sldChg>
      <pc:sldChg chg="addSp modSp add mod setBg modNotesTx">
        <pc:chgData name="" userId="" providerId="" clId="Web-{92424B71-E97F-4897-9C2C-283E878AA17E}" dt="2026-10-13T18:12:01.370" v="10" actId="34807"/>
        <pc:sldMkLst>
          <pc:docMk/>
          <pc:sldMk cId="785555914" sldId="17441"/>
        </pc:sldMkLst>
        <pc:spChg chg="add mod">
          <ac:chgData name="" userId="" providerId="" clId="Web-{92424B71-E97F-4897-9C2C-283E878AA17E}" dt="2026-10-13T18:11:59.557" v="9" actId="34807"/>
          <ac:spMkLst>
            <pc:docMk/>
            <pc:sldMk cId="785555914" sldId="17441"/>
            <ac:spMk id="22240" creationId="{89D1D0DC-7F80-69F0-6ED4-E198D6CFC0F3}"/>
          </ac:spMkLst>
        </pc:spChg>
        <pc:spChg chg="add mod">
          <ac:chgData name="" userId="" providerId="" clId="Web-{92424B71-E97F-4897-9C2C-283E878AA17E}" dt="2026-10-13T18:11:59.557" v="9" actId="34807"/>
          <ac:spMkLst>
            <pc:docMk/>
            <pc:sldMk cId="785555914" sldId="17441"/>
            <ac:spMk id="22259" creationId="{40703AE0-BB32-838D-970D-2BDB17C16B70}"/>
          </ac:spMkLst>
        </pc:spChg>
        <pc:spChg chg="add mod">
          <ac:chgData name="" userId="" providerId="" clId="Web-{92424B71-E97F-4897-9C2C-283E878AA17E}" dt="2026-10-13T18:11:59.557" v="9" actId="34807"/>
          <ac:spMkLst>
            <pc:docMk/>
            <pc:sldMk cId="785555914" sldId="17441"/>
            <ac:spMk id="22279" creationId="{7DD8C59A-7A52-583E-D2B9-B00C63608574}"/>
          </ac:spMkLst>
        </pc:spChg>
        <pc:spChg chg="add mod">
          <ac:chgData name="" userId="" providerId="" clId="Web-{92424B71-E97F-4897-9C2C-283E878AA17E}" dt="2026-10-13T18:11:59.557" v="9" actId="34807"/>
          <ac:spMkLst>
            <pc:docMk/>
            <pc:sldMk cId="785555914" sldId="17441"/>
            <ac:spMk id="22300" creationId="{B97458AF-00D4-2EEC-C758-91DFD60906B7}"/>
          </ac:spMkLst>
        </pc:spChg>
        <pc:spChg chg="add mod">
          <ac:chgData name="" userId="" providerId="" clId="Web-{92424B71-E97F-4897-9C2C-283E878AA17E}" dt="2026-10-13T18:11:59.557" v="9" actId="34807"/>
          <ac:spMkLst>
            <pc:docMk/>
            <pc:sldMk cId="785555914" sldId="17441"/>
            <ac:spMk id="22322" creationId="{EDAFA1FF-AB03-32C0-A188-FE80284175BA}"/>
          </ac:spMkLst>
        </pc:spChg>
        <pc:spChg chg="add mod">
          <ac:chgData name="" userId="" providerId="" clId="Web-{92424B71-E97F-4897-9C2C-283E878AA17E}" dt="2026-10-13T18:11:59.557" v="9" actId="34807"/>
          <ac:spMkLst>
            <pc:docMk/>
            <pc:sldMk cId="785555914" sldId="17441"/>
            <ac:spMk id="22345" creationId="{D891919D-69E9-6F7D-0748-F8FDA5DA7237}"/>
          </ac:spMkLst>
        </pc:spChg>
        <pc:spChg chg="add mod">
          <ac:chgData name="" userId="" providerId="" clId="Web-{92424B71-E97F-4897-9C2C-283E878AA17E}" dt="2026-10-13T18:11:59.557" v="9" actId="34807"/>
          <ac:spMkLst>
            <pc:docMk/>
            <pc:sldMk cId="785555914" sldId="17441"/>
            <ac:spMk id="22369" creationId="{B6207F6B-4E43-43D5-F7A2-B85C34E42B04}"/>
          </ac:spMkLst>
        </pc:spChg>
        <pc:spChg chg="add mod">
          <ac:chgData name="" userId="" providerId="" clId="Web-{92424B71-E97F-4897-9C2C-283E878AA17E}" dt="2026-10-13T18:11:59.557" v="9" actId="34807"/>
          <ac:spMkLst>
            <pc:docMk/>
            <pc:sldMk cId="785555914" sldId="17441"/>
            <ac:spMk id="22394" creationId="{01CFD637-3686-7D05-E33A-95FC5DC8125B}"/>
          </ac:spMkLst>
        </pc:spChg>
      </pc:sldChg>
      <pc:sldChg chg="addSp modSp add mod setBg modNotesTx">
        <pc:chgData name="" userId="" providerId="" clId="Web-{92424B71-E97F-4897-9C2C-283E878AA17E}" dt="2026-10-13T18:12:01.370" v="10" actId="34807"/>
        <pc:sldMkLst>
          <pc:docMk/>
          <pc:sldMk cId="2755567103" sldId="17676"/>
        </pc:sldMkLst>
        <pc:spChg chg="add mod">
          <ac:chgData name="" userId="" providerId="" clId="Web-{92424B71-E97F-4897-9C2C-283E878AA17E}" dt="2026-10-13T18:11:59.557" v="9" actId="34807"/>
          <ac:spMkLst>
            <pc:docMk/>
            <pc:sldMk cId="2755567103" sldId="17676"/>
            <ac:spMk id="22420" creationId="{78F305EF-8A30-C75F-5308-09A30565DB6A}"/>
          </ac:spMkLst>
        </pc:spChg>
        <pc:spChg chg="add mod">
          <ac:chgData name="" userId="" providerId="" clId="Web-{92424B71-E97F-4897-9C2C-283E878AA17E}" dt="2026-10-13T18:11:59.557" v="9" actId="34807"/>
          <ac:spMkLst>
            <pc:docMk/>
            <pc:sldMk cId="2755567103" sldId="17676"/>
            <ac:spMk id="22447" creationId="{AE600479-1398-0821-C0C3-9840A52745E9}"/>
          </ac:spMkLst>
        </pc:spChg>
        <pc:spChg chg="add mod">
          <ac:chgData name="" userId="" providerId="" clId="Web-{92424B71-E97F-4897-9C2C-283E878AA17E}" dt="2026-10-13T18:11:59.557" v="9" actId="34807"/>
          <ac:spMkLst>
            <pc:docMk/>
            <pc:sldMk cId="2755567103" sldId="17676"/>
            <ac:spMk id="22475" creationId="{A7128AB2-3EFD-52A5-03A9-384A55B10142}"/>
          </ac:spMkLst>
        </pc:spChg>
        <pc:spChg chg="add mod">
          <ac:chgData name="" userId="" providerId="" clId="Web-{92424B71-E97F-4897-9C2C-283E878AA17E}" dt="2026-10-13T18:11:59.557" v="9" actId="34807"/>
          <ac:spMkLst>
            <pc:docMk/>
            <pc:sldMk cId="2755567103" sldId="17676"/>
            <ac:spMk id="22504" creationId="{4DC19D21-82E6-667D-05DE-BFE77FCFE1D2}"/>
          </ac:spMkLst>
        </pc:spChg>
        <pc:spChg chg="add mod">
          <ac:chgData name="" userId="" providerId="" clId="Web-{92424B71-E97F-4897-9C2C-283E878AA17E}" dt="2026-10-13T18:11:59.557" v="9" actId="34807"/>
          <ac:spMkLst>
            <pc:docMk/>
            <pc:sldMk cId="2755567103" sldId="17676"/>
            <ac:spMk id="22534" creationId="{AEA826D8-96BE-6CF9-234E-80A1094C90EC}"/>
          </ac:spMkLst>
        </pc:spChg>
        <pc:spChg chg="add mod">
          <ac:chgData name="" userId="" providerId="" clId="Web-{92424B71-E97F-4897-9C2C-283E878AA17E}" dt="2026-10-13T18:11:59.557" v="9" actId="34807"/>
          <ac:spMkLst>
            <pc:docMk/>
            <pc:sldMk cId="2755567103" sldId="17676"/>
            <ac:spMk id="22565" creationId="{E0C91A22-C4DA-4783-D048-E0825DF676E9}"/>
          </ac:spMkLst>
        </pc:spChg>
        <pc:spChg chg="add mod">
          <ac:chgData name="" userId="" providerId="" clId="Web-{92424B71-E97F-4897-9C2C-283E878AA17E}" dt="2026-10-13T18:11:59.557" v="9" actId="34807"/>
          <ac:spMkLst>
            <pc:docMk/>
            <pc:sldMk cId="2755567103" sldId="17676"/>
            <ac:spMk id="22597" creationId="{2C17D0F1-7545-FAAB-8BDB-98B18D6C04FC}"/>
          </ac:spMkLst>
        </pc:spChg>
        <pc:spChg chg="add mod">
          <ac:chgData name="" userId="" providerId="" clId="Web-{92424B71-E97F-4897-9C2C-283E878AA17E}" dt="2026-10-13T18:11:59.557" v="9" actId="34807"/>
          <ac:spMkLst>
            <pc:docMk/>
            <pc:sldMk cId="2755567103" sldId="17676"/>
            <ac:spMk id="22630" creationId="{8D3D04DF-9EBC-880F-8C31-6837271A720E}"/>
          </ac:spMkLst>
        </pc:spChg>
        <pc:spChg chg="add mod">
          <ac:chgData name="" userId="" providerId="" clId="Web-{92424B71-E97F-4897-9C2C-283E878AA17E}" dt="2026-10-13T18:11:59.557" v="9" actId="34807"/>
          <ac:spMkLst>
            <pc:docMk/>
            <pc:sldMk cId="2755567103" sldId="17676"/>
            <ac:spMk id="22664" creationId="{5186A4EC-2E0F-3439-4E6B-E7B5245C9514}"/>
          </ac:spMkLst>
        </pc:spChg>
      </pc:sldChg>
      <pc:sldChg chg="addSp modSp add mod setBg modNotesTx">
        <pc:chgData name="" userId="" providerId="" clId="Web-{92424B71-E97F-4897-9C2C-283E878AA17E}" dt="2026-10-13T18:12:01.370" v="10" actId="34807"/>
        <pc:sldMkLst>
          <pc:docMk/>
          <pc:sldMk cId="3954250833" sldId="17912"/>
        </pc:sldMkLst>
        <pc:spChg chg="add mod">
          <ac:chgData name="" userId="" providerId="" clId="Web-{92424B71-E97F-4897-9C2C-283E878AA17E}" dt="2026-10-13T18:11:59.557" v="9" actId="34807"/>
          <ac:spMkLst>
            <pc:docMk/>
            <pc:sldMk cId="3954250833" sldId="17912"/>
            <ac:spMk id="22699" creationId="{A3797067-4CE1-4CA8-6367-BE7DE33F6867}"/>
          </ac:spMkLst>
        </pc:spChg>
        <pc:spChg chg="add mod">
          <ac:chgData name="" userId="" providerId="" clId="Web-{92424B71-E97F-4897-9C2C-283E878AA17E}" dt="2026-10-13T18:11:59.557" v="9" actId="34807"/>
          <ac:spMkLst>
            <pc:docMk/>
            <pc:sldMk cId="3954250833" sldId="17912"/>
            <ac:spMk id="22735" creationId="{B1ADD69F-63B4-66A3-37DF-1E51A7DC490A}"/>
          </ac:spMkLst>
        </pc:spChg>
        <pc:spChg chg="add mod">
          <ac:chgData name="" userId="" providerId="" clId="Web-{92424B71-E97F-4897-9C2C-283E878AA17E}" dt="2026-10-13T18:11:59.557" v="9" actId="34807"/>
          <ac:spMkLst>
            <pc:docMk/>
            <pc:sldMk cId="3954250833" sldId="17912"/>
            <ac:spMk id="22772" creationId="{418DE3D0-DD37-EB24-D417-F726545006B2}"/>
          </ac:spMkLst>
        </pc:spChg>
        <pc:spChg chg="add mod">
          <ac:chgData name="" userId="" providerId="" clId="Web-{92424B71-E97F-4897-9C2C-283E878AA17E}" dt="2026-10-13T18:11:59.557" v="9" actId="34807"/>
          <ac:spMkLst>
            <pc:docMk/>
            <pc:sldMk cId="3954250833" sldId="17912"/>
            <ac:spMk id="22810" creationId="{B58BDB1D-E22C-FEEB-62D5-6D8D6DC61F97}"/>
          </ac:spMkLst>
        </pc:spChg>
        <pc:spChg chg="add mod">
          <ac:chgData name="" userId="" providerId="" clId="Web-{92424B71-E97F-4897-9C2C-283E878AA17E}" dt="2026-10-13T18:11:59.557" v="9" actId="34807"/>
          <ac:spMkLst>
            <pc:docMk/>
            <pc:sldMk cId="3954250833" sldId="17912"/>
            <ac:spMk id="22849" creationId="{499345D3-7EF9-FE46-1D8E-D7EF15650BAF}"/>
          </ac:spMkLst>
        </pc:spChg>
        <pc:spChg chg="add mod">
          <ac:chgData name="" userId="" providerId="" clId="Web-{92424B71-E97F-4897-9C2C-283E878AA17E}" dt="2026-10-13T18:11:59.557" v="9" actId="34807"/>
          <ac:spMkLst>
            <pc:docMk/>
            <pc:sldMk cId="3954250833" sldId="17912"/>
            <ac:spMk id="22889" creationId="{8AB9949A-A1A3-2B66-389B-487336480258}"/>
          </ac:spMkLst>
        </pc:spChg>
        <pc:spChg chg="add mod">
          <ac:chgData name="" userId="" providerId="" clId="Web-{92424B71-E97F-4897-9C2C-283E878AA17E}" dt="2026-10-13T18:11:59.557" v="9" actId="34807"/>
          <ac:spMkLst>
            <pc:docMk/>
            <pc:sldMk cId="3954250833" sldId="17912"/>
            <ac:spMk id="22930" creationId="{668F43F7-8B6A-C6D9-AED5-45813D16B9C0}"/>
          </ac:spMkLst>
        </pc:spChg>
        <pc:spChg chg="add mod">
          <ac:chgData name="" userId="" providerId="" clId="Web-{92424B71-E97F-4897-9C2C-283E878AA17E}" dt="2026-10-13T18:11:59.557" v="9" actId="34807"/>
          <ac:spMkLst>
            <pc:docMk/>
            <pc:sldMk cId="3954250833" sldId="17912"/>
            <ac:spMk id="22972" creationId="{7EA17CF1-F6E2-E605-41E4-91E10E1EF349}"/>
          </ac:spMkLst>
        </pc:spChg>
      </pc:sldChg>
      <pc:sldChg chg="addSp modSp add mod setBg modNotesTx">
        <pc:chgData name="" userId="" providerId="" clId="Web-{92424B71-E97F-4897-9C2C-283E878AA17E}" dt="2026-10-13T18:12:01.370" v="10" actId="34807"/>
        <pc:sldMkLst>
          <pc:docMk/>
          <pc:sldMk cId="226886784" sldId="18149"/>
        </pc:sldMkLst>
        <pc:spChg chg="add mod">
          <ac:chgData name="" userId="" providerId="" clId="Web-{92424B71-E97F-4897-9C2C-283E878AA17E}" dt="2026-10-13T18:11:59.557" v="9" actId="34807"/>
          <ac:spMkLst>
            <pc:docMk/>
            <pc:sldMk cId="226886784" sldId="18149"/>
            <ac:spMk id="23015" creationId="{0F74DF2F-EA36-6BAE-649D-4272B5BE4E65}"/>
          </ac:spMkLst>
        </pc:spChg>
        <pc:spChg chg="add mod">
          <ac:chgData name="" userId="" providerId="" clId="Web-{92424B71-E97F-4897-9C2C-283E878AA17E}" dt="2026-10-13T18:11:59.557" v="9" actId="34807"/>
          <ac:spMkLst>
            <pc:docMk/>
            <pc:sldMk cId="226886784" sldId="18149"/>
            <ac:spMk id="23059" creationId="{9AD4F64F-3305-DD58-5C70-DB055DFB524F}"/>
          </ac:spMkLst>
        </pc:spChg>
        <pc:spChg chg="add mod">
          <ac:chgData name="" userId="" providerId="" clId="Web-{92424B71-E97F-4897-9C2C-283E878AA17E}" dt="2026-10-13T18:11:59.557" v="9" actId="34807"/>
          <ac:spMkLst>
            <pc:docMk/>
            <pc:sldMk cId="226886784" sldId="18149"/>
            <ac:spMk id="23104" creationId="{70668530-5794-5AA8-ACF3-87D41E6E36D4}"/>
          </ac:spMkLst>
        </pc:spChg>
        <pc:graphicFrameChg chg="add mod">
          <ac:chgData name="" userId="" providerId="" clId="Web-{92424B71-E97F-4897-9C2C-283E878AA17E}" dt="2026-10-13T18:11:59.557" v="9" actId="34807"/>
          <ac:graphicFrameMkLst>
            <pc:docMk/>
            <pc:sldMk cId="226886784" sldId="18149"/>
            <ac:graphicFrameMk id="6" creationId="{5C9D5321-4E28-47BE-8E27-945E5B1751D9}"/>
          </ac:graphicFrameMkLst>
        </pc:graphicFrameChg>
      </pc:sldChg>
      <pc:sldChg chg="addSp modSp add mod setBg modNotesTx">
        <pc:chgData name="" userId="" providerId="" clId="Web-{92424B71-E97F-4897-9C2C-283E878AA17E}" dt="2026-10-13T18:12:01.370" v="10" actId="34807"/>
        <pc:sldMkLst>
          <pc:docMk/>
          <pc:sldMk cId="4292128776" sldId="18387"/>
        </pc:sldMkLst>
        <pc:spChg chg="add mod">
          <ac:chgData name="" userId="" providerId="" clId="Web-{92424B71-E97F-4897-9C2C-283E878AA17E}" dt="2026-10-13T18:11:59.557" v="9" actId="34807"/>
          <ac:spMkLst>
            <pc:docMk/>
            <pc:sldMk cId="4292128776" sldId="18387"/>
            <ac:spMk id="23151" creationId="{C667BF4B-28E9-649C-7336-5DB8B491F68A}"/>
          </ac:spMkLst>
        </pc:spChg>
        <pc:spChg chg="add mod">
          <ac:chgData name="" userId="" providerId="" clId="Web-{92424B71-E97F-4897-9C2C-283E878AA17E}" dt="2026-10-13T18:11:59.557" v="9" actId="34807"/>
          <ac:spMkLst>
            <pc:docMk/>
            <pc:sldMk cId="4292128776" sldId="18387"/>
            <ac:spMk id="23199" creationId="{87DC90A0-3F59-69F6-59B9-992E8444E681}"/>
          </ac:spMkLst>
        </pc:spChg>
        <pc:spChg chg="add mod">
          <ac:chgData name="" userId="" providerId="" clId="Web-{92424B71-E97F-4897-9C2C-283E878AA17E}" dt="2026-10-13T18:11:59.557" v="9" actId="34807"/>
          <ac:spMkLst>
            <pc:docMk/>
            <pc:sldMk cId="4292128776" sldId="18387"/>
            <ac:spMk id="23248" creationId="{AC4EA52F-E07D-2C4E-EF33-82CCFC0FAB34}"/>
          </ac:spMkLst>
        </pc:spChg>
        <pc:spChg chg="add mod">
          <ac:chgData name="" userId="" providerId="" clId="Web-{92424B71-E97F-4897-9C2C-283E878AA17E}" dt="2026-10-13T18:11:59.557" v="9" actId="34807"/>
          <ac:spMkLst>
            <pc:docMk/>
            <pc:sldMk cId="4292128776" sldId="18387"/>
            <ac:spMk id="23298" creationId="{E9704C17-9CFC-6823-EAB1-BCE5D68B5B16}"/>
          </ac:spMkLst>
        </pc:spChg>
        <pc:spChg chg="add mod">
          <ac:chgData name="" userId="" providerId="" clId="Web-{92424B71-E97F-4897-9C2C-283E878AA17E}" dt="2026-10-13T18:11:59.557" v="9" actId="34807"/>
          <ac:spMkLst>
            <pc:docMk/>
            <pc:sldMk cId="4292128776" sldId="18387"/>
            <ac:spMk id="23349" creationId="{FF6DF194-19D2-489C-1ABD-58EA316E73E8}"/>
          </ac:spMkLst>
        </pc:spChg>
        <pc:spChg chg="add mod">
          <ac:chgData name="" userId="" providerId="" clId="Web-{92424B71-E97F-4897-9C2C-283E878AA17E}" dt="2026-10-13T18:11:59.557" v="9" actId="34807"/>
          <ac:spMkLst>
            <pc:docMk/>
            <pc:sldMk cId="4292128776" sldId="18387"/>
            <ac:spMk id="23401" creationId="{B0C72928-2205-6817-F4A7-528FC6872CD9}"/>
          </ac:spMkLst>
        </pc:spChg>
        <pc:spChg chg="add mod">
          <ac:chgData name="" userId="" providerId="" clId="Web-{92424B71-E97F-4897-9C2C-283E878AA17E}" dt="2026-10-13T18:11:59.557" v="9" actId="34807"/>
          <ac:spMkLst>
            <pc:docMk/>
            <pc:sldMk cId="4292128776" sldId="18387"/>
            <ac:spMk id="23454" creationId="{89AA012E-5E86-2707-463A-1A96500D9990}"/>
          </ac:spMkLst>
        </pc:spChg>
        <pc:spChg chg="add mod">
          <ac:chgData name="" userId="" providerId="" clId="Web-{92424B71-E97F-4897-9C2C-283E878AA17E}" dt="2026-10-13T18:11:59.557" v="9" actId="34807"/>
          <ac:spMkLst>
            <pc:docMk/>
            <pc:sldMk cId="4292128776" sldId="18387"/>
            <ac:spMk id="23508" creationId="{C406D23B-7D70-CDF6-FF6D-D7398520B451}"/>
          </ac:spMkLst>
        </pc:spChg>
        <pc:spChg chg="add mod">
          <ac:chgData name="" userId="" providerId="" clId="Web-{92424B71-E97F-4897-9C2C-283E878AA17E}" dt="2026-10-13T18:11:59.557" v="9" actId="34807"/>
          <ac:spMkLst>
            <pc:docMk/>
            <pc:sldMk cId="4292128776" sldId="18387"/>
            <ac:spMk id="23563" creationId="{C94DA40A-D5BC-BB18-4D09-F2FCA71A4C93}"/>
          </ac:spMkLst>
        </pc:spChg>
        <pc:spChg chg="add mod">
          <ac:chgData name="" userId="" providerId="" clId="Web-{92424B71-E97F-4897-9C2C-283E878AA17E}" dt="2026-10-13T18:11:59.557" v="9" actId="34807"/>
          <ac:spMkLst>
            <pc:docMk/>
            <pc:sldMk cId="4292128776" sldId="18387"/>
            <ac:spMk id="23619" creationId="{4E0948E7-F6E4-9E4D-6879-5C8DB08A93F5}"/>
          </ac:spMkLst>
        </pc:spChg>
      </pc:sldChg>
      <pc:sldChg chg="addSp modSp add mod setBg modNotesTx">
        <pc:chgData name="" userId="" providerId="" clId="Web-{92424B71-E97F-4897-9C2C-283E878AA17E}" dt="2026-10-13T18:12:01.370" v="10" actId="34807"/>
        <pc:sldMkLst>
          <pc:docMk/>
          <pc:sldMk cId="2508667238" sldId="18626"/>
        </pc:sldMkLst>
        <pc:spChg chg="add mod">
          <ac:chgData name="" userId="" providerId="" clId="Web-{92424B71-E97F-4897-9C2C-283E878AA17E}" dt="2026-10-13T18:11:59.557" v="9" actId="34807"/>
          <ac:spMkLst>
            <pc:docMk/>
            <pc:sldMk cId="2508667238" sldId="18626"/>
            <ac:spMk id="23676" creationId="{732C6AE3-9C5E-85CC-EE21-8D79C2C03D97}"/>
          </ac:spMkLst>
        </pc:spChg>
        <pc:spChg chg="add mod">
          <ac:chgData name="" userId="" providerId="" clId="Web-{92424B71-E97F-4897-9C2C-283E878AA17E}" dt="2026-10-13T18:11:59.557" v="9" actId="34807"/>
          <ac:spMkLst>
            <pc:docMk/>
            <pc:sldMk cId="2508667238" sldId="18626"/>
            <ac:spMk id="23734" creationId="{5D7ED2D3-F2F6-3800-C9B1-2EF4705E9318}"/>
          </ac:spMkLst>
        </pc:spChg>
        <pc:spChg chg="add mod">
          <ac:chgData name="" userId="" providerId="" clId="Web-{92424B71-E97F-4897-9C2C-283E878AA17E}" dt="2026-10-13T18:11:59.557" v="9" actId="34807"/>
          <ac:spMkLst>
            <pc:docMk/>
            <pc:sldMk cId="2508667238" sldId="18626"/>
            <ac:spMk id="23793" creationId="{309A957B-EB6D-6868-EAEA-4BF5BD8D0B4E}"/>
          </ac:spMkLst>
        </pc:spChg>
        <pc:spChg chg="add mod">
          <ac:chgData name="" userId="" providerId="" clId="Web-{92424B71-E97F-4897-9C2C-283E878AA17E}" dt="2026-10-13T18:11:59.557" v="9" actId="34807"/>
          <ac:spMkLst>
            <pc:docMk/>
            <pc:sldMk cId="2508667238" sldId="18626"/>
            <ac:spMk id="23853" creationId="{BF1BB3CB-B35D-B582-FF37-7D919C608CFE}"/>
          </ac:spMkLst>
        </pc:spChg>
        <pc:spChg chg="add mod">
          <ac:chgData name="" userId="" providerId="" clId="Web-{92424B71-E97F-4897-9C2C-283E878AA17E}" dt="2026-10-13T18:11:59.557" v="9" actId="34807"/>
          <ac:spMkLst>
            <pc:docMk/>
            <pc:sldMk cId="2508667238" sldId="18626"/>
            <ac:spMk id="23914" creationId="{2E26E55A-2B2D-44EA-0A51-3A1AB4F3AED3}"/>
          </ac:spMkLst>
        </pc:spChg>
        <pc:spChg chg="add mod">
          <ac:chgData name="" userId="" providerId="" clId="Web-{92424B71-E97F-4897-9C2C-283E878AA17E}" dt="2026-10-13T18:11:59.557" v="9" actId="34807"/>
          <ac:spMkLst>
            <pc:docMk/>
            <pc:sldMk cId="2508667238" sldId="18626"/>
            <ac:spMk id="23976" creationId="{770B0338-4A6D-3D2D-0290-E452226E482C}"/>
          </ac:spMkLst>
        </pc:spChg>
        <pc:spChg chg="add mod">
          <ac:chgData name="" userId="" providerId="" clId="Web-{92424B71-E97F-4897-9C2C-283E878AA17E}" dt="2026-10-13T18:11:59.557" v="9" actId="34807"/>
          <ac:spMkLst>
            <pc:docMk/>
            <pc:sldMk cId="2508667238" sldId="18626"/>
            <ac:spMk id="24039" creationId="{8FB6A155-0DCA-58CA-2D04-AB691C6A1C1D}"/>
          </ac:spMkLst>
        </pc:spChg>
        <pc:spChg chg="add mod">
          <ac:chgData name="" userId="" providerId="" clId="Web-{92424B71-E97F-4897-9C2C-283E878AA17E}" dt="2026-10-13T18:11:59.557" v="9" actId="34807"/>
          <ac:spMkLst>
            <pc:docMk/>
            <pc:sldMk cId="2508667238" sldId="18626"/>
            <ac:spMk id="24103" creationId="{1FB0E32E-0D18-C28D-9A9C-C78EFED872C6}"/>
          </ac:spMkLst>
        </pc:spChg>
      </pc:sldChg>
      <pc:sldChg chg="addSp modSp add mod setBg modNotesTx">
        <pc:chgData name="" userId="" providerId="" clId="Web-{92424B71-E97F-4897-9C2C-283E878AA17E}" dt="2026-10-13T18:12:01.370" v="10" actId="34807"/>
        <pc:sldMkLst>
          <pc:docMk/>
          <pc:sldMk cId="2884945829" sldId="18866"/>
        </pc:sldMkLst>
        <pc:spChg chg="add mod">
          <ac:chgData name="" userId="" providerId="" clId="Web-{92424B71-E97F-4897-9C2C-283E878AA17E}" dt="2026-10-13T18:11:59.557" v="9" actId="34807"/>
          <ac:spMkLst>
            <pc:docMk/>
            <pc:sldMk cId="2884945829" sldId="18866"/>
            <ac:spMk id="24168" creationId="{7EF7AD52-3113-4A89-707C-3D8208A72E6C}"/>
          </ac:spMkLst>
        </pc:spChg>
        <pc:spChg chg="add mod">
          <ac:chgData name="" userId="" providerId="" clId="Web-{92424B71-E97F-4897-9C2C-283E878AA17E}" dt="2026-10-13T18:11:59.557" v="9" actId="34807"/>
          <ac:spMkLst>
            <pc:docMk/>
            <pc:sldMk cId="2884945829" sldId="18866"/>
            <ac:spMk id="24234" creationId="{10DA6BB2-822D-B84D-008E-FB9BECAECD29}"/>
          </ac:spMkLst>
        </pc:spChg>
        <pc:spChg chg="add mod">
          <ac:chgData name="" userId="" providerId="" clId="Web-{92424B71-E97F-4897-9C2C-283E878AA17E}" dt="2026-10-13T18:11:59.557" v="9" actId="34807"/>
          <ac:spMkLst>
            <pc:docMk/>
            <pc:sldMk cId="2884945829" sldId="18866"/>
            <ac:spMk id="24301" creationId="{49593ABF-74A5-5001-29F5-E96779D2FB37}"/>
          </ac:spMkLst>
        </pc:spChg>
        <pc:spChg chg="add mod">
          <ac:chgData name="" userId="" providerId="" clId="Web-{92424B71-E97F-4897-9C2C-283E878AA17E}" dt="2026-10-13T18:11:59.557" v="9" actId="34807"/>
          <ac:spMkLst>
            <pc:docMk/>
            <pc:sldMk cId="2884945829" sldId="18866"/>
            <ac:spMk id="24369" creationId="{2CE219A6-E20C-A333-849B-FF486336C82D}"/>
          </ac:spMkLst>
        </pc:spChg>
        <pc:spChg chg="add mod">
          <ac:chgData name="" userId="" providerId="" clId="Web-{92424B71-E97F-4897-9C2C-283E878AA17E}" dt="2026-10-13T18:11:59.557" v="9" actId="34807"/>
          <ac:spMkLst>
            <pc:docMk/>
            <pc:sldMk cId="2884945829" sldId="18866"/>
            <ac:spMk id="24438" creationId="{2963F8B1-1065-C237-CE70-D55C405C95C1}"/>
          </ac:spMkLst>
        </pc:spChg>
        <pc:spChg chg="add mod">
          <ac:chgData name="" userId="" providerId="" clId="Web-{92424B71-E97F-4897-9C2C-283E878AA17E}" dt="2026-10-13T18:11:59.557" v="9" actId="34807"/>
          <ac:spMkLst>
            <pc:docMk/>
            <pc:sldMk cId="2884945829" sldId="18866"/>
            <ac:spMk id="24508" creationId="{E7332F18-C1E9-3E34-8502-41F068F1A791}"/>
          </ac:spMkLst>
        </pc:spChg>
        <pc:spChg chg="add mod">
          <ac:chgData name="" userId="" providerId="" clId="Web-{92424B71-E97F-4897-9C2C-283E878AA17E}" dt="2026-10-13T18:11:59.557" v="9" actId="34807"/>
          <ac:spMkLst>
            <pc:docMk/>
            <pc:sldMk cId="2884945829" sldId="18866"/>
            <ac:spMk id="24579" creationId="{25D84105-ED4F-6561-983F-D7509359D422}"/>
          </ac:spMkLst>
        </pc:spChg>
        <pc:spChg chg="add mod">
          <ac:chgData name="" userId="" providerId="" clId="Web-{92424B71-E97F-4897-9C2C-283E878AA17E}" dt="2026-10-13T18:11:59.557" v="9" actId="34807"/>
          <ac:spMkLst>
            <pc:docMk/>
            <pc:sldMk cId="2884945829" sldId="18866"/>
            <ac:spMk id="24651" creationId="{580FD573-D5AA-8D8E-34F8-260BC1C17F8E}"/>
          </ac:spMkLst>
        </pc:spChg>
        <pc:spChg chg="add mod">
          <ac:chgData name="" userId="" providerId="" clId="Web-{92424B71-E97F-4897-9C2C-283E878AA17E}" dt="2026-10-13T18:11:59.557" v="9" actId="34807"/>
          <ac:spMkLst>
            <pc:docMk/>
            <pc:sldMk cId="2884945829" sldId="18866"/>
            <ac:spMk id="24724" creationId="{D832E536-105F-24E4-C536-B5478AEA12ED}"/>
          </ac:spMkLst>
        </pc:spChg>
      </pc:sldChg>
      <pc:sldChg chg="addSp delSp modSp add mod setBg modNotesTx">
        <pc:chgData name="" userId="" providerId="" clId="Web-{92424B71-E97F-4897-9C2C-283E878AA17E}" dt="2026-10-13T18:14:00.718" v="12" actId="34807"/>
        <pc:sldMkLst>
          <pc:docMk/>
          <pc:sldMk cId="3773767137" sldId="19107"/>
        </pc:sldMkLst>
        <pc:spChg chg="add mod">
          <ac:chgData name="" userId="" providerId="" clId="Web-{92424B71-E97F-4897-9C2C-283E878AA17E}" dt="2026-10-13T18:11:59.557" v="9" actId="34807"/>
          <ac:spMkLst>
            <pc:docMk/>
            <pc:sldMk cId="3773767137" sldId="19107"/>
            <ac:spMk id="24798" creationId="{95367AA3-66ED-7271-180E-1FFE0AC1A7CC}"/>
          </ac:spMkLst>
        </pc:spChg>
        <pc:spChg chg="add mod">
          <ac:chgData name="" userId="" providerId="" clId="Web-{92424B71-E97F-4897-9C2C-283E878AA17E}" dt="2026-10-13T18:11:59.557" v="9" actId="34807"/>
          <ac:spMkLst>
            <pc:docMk/>
            <pc:sldMk cId="3773767137" sldId="19107"/>
            <ac:spMk id="24873" creationId="{C94A4BC5-02BF-FF35-C892-9482FA83EFCB}"/>
          </ac:spMkLst>
        </pc:spChg>
        <pc:spChg chg="add mod">
          <ac:chgData name="" userId="" providerId="" clId="Web-{92424B71-E97F-4897-9C2C-283E878AA17E}" dt="2026-10-13T18:11:59.557" v="9" actId="34807"/>
          <ac:spMkLst>
            <pc:docMk/>
            <pc:sldMk cId="3773767137" sldId="19107"/>
            <ac:spMk id="24949" creationId="{5A439123-6F2E-C10C-8DE7-FCECFC1179BC}"/>
          </ac:spMkLst>
        </pc:spChg>
        <pc:spChg chg="add mod">
          <ac:chgData name="" userId="" providerId="" clId="Web-{92424B71-E97F-4897-9C2C-283E878AA17E}" dt="2026-10-13T18:11:59.557" v="9" actId="34807"/>
          <ac:spMkLst>
            <pc:docMk/>
            <pc:sldMk cId="3773767137" sldId="19107"/>
            <ac:spMk id="25026" creationId="{5FF7A448-88BC-B9BE-877C-113182136645}"/>
          </ac:spMkLst>
        </pc:spChg>
        <pc:spChg chg="add del mod">
          <ac:chgData name="" userId="" providerId="" clId="Web-{92424B71-E97F-4897-9C2C-283E878AA17E}" dt="2026-10-13T18:14:00.718" v="12" actId="34807"/>
          <ac:spMkLst>
            <pc:docMk/>
            <pc:sldMk cId="3773767137" sldId="19107"/>
            <ac:spMk id="25104" creationId="{ADB4DDBE-D51F-3A21-6795-C4A9837B318D}"/>
          </ac:spMkLst>
        </pc:spChg>
        <pc:spChg chg="add mod">
          <ac:chgData name="" userId="" providerId="" clId="Web-{92424B71-E97F-4897-9C2C-283E878AA17E}" dt="2026-10-13T18:11:59.557" v="9" actId="34807"/>
          <ac:spMkLst>
            <pc:docMk/>
            <pc:sldMk cId="3773767137" sldId="19107"/>
            <ac:spMk id="25183" creationId="{5E802768-4874-1D54-2DCE-CB5A84548FEE}"/>
          </ac:spMkLst>
        </pc:spChg>
        <pc:spChg chg="add mod">
          <ac:chgData name="" userId="" providerId="" clId="Web-{92424B71-E97F-4897-9C2C-283E878AA17E}" dt="2026-10-13T18:11:59.557" v="9" actId="34807"/>
          <ac:spMkLst>
            <pc:docMk/>
            <pc:sldMk cId="3773767137" sldId="19107"/>
            <ac:spMk id="25263" creationId="{36E6E9F9-09A2-394A-AD55-5E647A06A1B4}"/>
          </ac:spMkLst>
        </pc:spChg>
        <pc:spChg chg="add mod">
          <ac:chgData name="" userId="" providerId="" clId="Web-{92424B71-E97F-4897-9C2C-283E878AA17E}" dt="2026-10-13T18:11:59.557" v="9" actId="34807"/>
          <ac:spMkLst>
            <pc:docMk/>
            <pc:sldMk cId="3773767137" sldId="19107"/>
            <ac:spMk id="25344" creationId="{0B676B94-B352-26D0-5DD9-3B92FFC50114}"/>
          </ac:spMkLst>
        </pc:spChg>
        <pc:spChg chg="add mod">
          <ac:chgData name="" userId="" providerId="" clId="Web-{92424B71-E97F-4897-9C2C-283E878AA17E}" dt="2026-10-13T18:11:59.557" v="9" actId="34807"/>
          <ac:spMkLst>
            <pc:docMk/>
            <pc:sldMk cId="3773767137" sldId="19107"/>
            <ac:spMk id="25426" creationId="{564C1BF3-B735-6F31-73B3-596BA8E35F5A}"/>
          </ac:spMkLst>
        </pc:spChg>
        <pc:spChg chg="add mod">
          <ac:chgData name="" userId="" providerId="" clId="Web-{92424B71-E97F-4897-9C2C-283E878AA17E}" dt="2026-10-13T18:13:59.171" v="11" actId="34807"/>
          <ac:spMkLst>
            <pc:docMk/>
            <pc:sldMk cId="3773767137" sldId="19107"/>
            <ac:spMk id="27915" creationId="{F1298F5E-CBCE-A18E-7358-22A110565B94}"/>
          </ac:spMkLst>
        </pc:spChg>
      </pc:sldChg>
      <pc:sldChg chg="addSp modSp add mod setBg modNotesTx">
        <pc:chgData name="" userId="" providerId="" clId="Web-{92424B71-E97F-4897-9C2C-283E878AA17E}" dt="2026-10-13T18:12:01.370" v="10" actId="34807"/>
        <pc:sldMkLst>
          <pc:docMk/>
          <pc:sldMk cId="3087623977" sldId="19349"/>
        </pc:sldMkLst>
        <pc:spChg chg="add mod">
          <ac:chgData name="" userId="" providerId="" clId="Web-{92424B71-E97F-4897-9C2C-283E878AA17E}" dt="2026-10-13T18:11:59.557" v="9" actId="34807"/>
          <ac:spMkLst>
            <pc:docMk/>
            <pc:sldMk cId="3087623977" sldId="19349"/>
            <ac:spMk id="25509" creationId="{3FCB1DCE-7055-D2F9-67CA-E889D6B1DFA0}"/>
          </ac:spMkLst>
        </pc:spChg>
        <pc:spChg chg="add mod">
          <ac:chgData name="" userId="" providerId="" clId="Web-{92424B71-E97F-4897-9C2C-283E878AA17E}" dt="2026-10-13T18:11:59.557" v="9" actId="34807"/>
          <ac:spMkLst>
            <pc:docMk/>
            <pc:sldMk cId="3087623977" sldId="19349"/>
            <ac:spMk id="25593" creationId="{3F1FD24A-7EF8-E3B5-73FA-5E22657519B7}"/>
          </ac:spMkLst>
        </pc:spChg>
        <pc:spChg chg="add mod">
          <ac:chgData name="" userId="" providerId="" clId="Web-{92424B71-E97F-4897-9C2C-283E878AA17E}" dt="2026-10-13T18:11:59.557" v="9" actId="34807"/>
          <ac:spMkLst>
            <pc:docMk/>
            <pc:sldMk cId="3087623977" sldId="19349"/>
            <ac:spMk id="25678" creationId="{A2206919-139A-D0B9-E1A1-3DD5F7E201B2}"/>
          </ac:spMkLst>
        </pc:spChg>
        <pc:spChg chg="add mod">
          <ac:chgData name="" userId="" providerId="" clId="Web-{92424B71-E97F-4897-9C2C-283E878AA17E}" dt="2026-10-13T18:11:59.557" v="9" actId="34807"/>
          <ac:spMkLst>
            <pc:docMk/>
            <pc:sldMk cId="3087623977" sldId="19349"/>
            <ac:spMk id="25764" creationId="{0B5D7ED3-8659-C428-E87C-84483A6C197C}"/>
          </ac:spMkLst>
        </pc:spChg>
        <pc:spChg chg="add mod">
          <ac:chgData name="" userId="" providerId="" clId="Web-{92424B71-E97F-4897-9C2C-283E878AA17E}" dt="2026-10-13T18:11:59.557" v="9" actId="34807"/>
          <ac:spMkLst>
            <pc:docMk/>
            <pc:sldMk cId="3087623977" sldId="19349"/>
            <ac:spMk id="25851" creationId="{2ADC4D4C-A41B-D4C2-20A7-649BF5EC75BE}"/>
          </ac:spMkLst>
        </pc:spChg>
        <pc:spChg chg="add mod">
          <ac:chgData name="" userId="" providerId="" clId="Web-{92424B71-E97F-4897-9C2C-283E878AA17E}" dt="2026-10-13T18:11:59.557" v="9" actId="34807"/>
          <ac:spMkLst>
            <pc:docMk/>
            <pc:sldMk cId="3087623977" sldId="19349"/>
            <ac:spMk id="25939" creationId="{0BB91735-E93E-73A8-BAEA-7ECDB92CF500}"/>
          </ac:spMkLst>
        </pc:spChg>
        <pc:spChg chg="add mod">
          <ac:chgData name="" userId="" providerId="" clId="Web-{92424B71-E97F-4897-9C2C-283E878AA17E}" dt="2026-10-13T18:11:59.557" v="9" actId="34807"/>
          <ac:spMkLst>
            <pc:docMk/>
            <pc:sldMk cId="3087623977" sldId="19349"/>
            <ac:spMk id="26028" creationId="{903FC9DC-1321-63F7-C835-1F0C90F54459}"/>
          </ac:spMkLst>
        </pc:spChg>
        <pc:spChg chg="add mod">
          <ac:chgData name="" userId="" providerId="" clId="Web-{92424B71-E97F-4897-9C2C-283E878AA17E}" dt="2026-10-13T18:11:59.557" v="9" actId="34807"/>
          <ac:spMkLst>
            <pc:docMk/>
            <pc:sldMk cId="3087623977" sldId="19349"/>
            <ac:spMk id="26118" creationId="{8C27870D-DDEE-779E-9290-94A92514F797}"/>
          </ac:spMkLst>
        </pc:spChg>
      </pc:sldChg>
      <pc:sldChg chg="addSp modSp add mod setBg modNotesTx">
        <pc:chgData name="" userId="" providerId="" clId="Web-{92424B71-E97F-4897-9C2C-283E878AA17E}" dt="2026-10-13T18:12:01.370" v="10" actId="34807"/>
        <pc:sldMkLst>
          <pc:docMk/>
          <pc:sldMk cId="3810693739" sldId="19592"/>
        </pc:sldMkLst>
        <pc:spChg chg="add mod">
          <ac:chgData name="" userId="" providerId="" clId="Web-{92424B71-E97F-4897-9C2C-283E878AA17E}" dt="2026-10-13T18:11:59.557" v="9" actId="34807"/>
          <ac:spMkLst>
            <pc:docMk/>
            <pc:sldMk cId="3810693739" sldId="19592"/>
            <ac:spMk id="26209" creationId="{7E9FB5D4-DB95-CC8D-AF22-CC5C21A2CD0C}"/>
          </ac:spMkLst>
        </pc:spChg>
        <pc:spChg chg="add mod">
          <ac:chgData name="" userId="" providerId="" clId="Web-{92424B71-E97F-4897-9C2C-283E878AA17E}" dt="2026-10-13T18:11:59.557" v="9" actId="34807"/>
          <ac:spMkLst>
            <pc:docMk/>
            <pc:sldMk cId="3810693739" sldId="19592"/>
            <ac:spMk id="26301" creationId="{95D54FC1-4012-D42C-39E9-631FA4912919}"/>
          </ac:spMkLst>
        </pc:spChg>
        <pc:spChg chg="add mod">
          <ac:chgData name="" userId="" providerId="" clId="Web-{92424B71-E97F-4897-9C2C-283E878AA17E}" dt="2026-10-13T18:11:59.557" v="9" actId="34807"/>
          <ac:spMkLst>
            <pc:docMk/>
            <pc:sldMk cId="3810693739" sldId="19592"/>
            <ac:spMk id="26394" creationId="{51B05B91-D470-99FD-57BF-808502CEB230}"/>
          </ac:spMkLst>
        </pc:spChg>
        <pc:spChg chg="add mod">
          <ac:chgData name="" userId="" providerId="" clId="Web-{92424B71-E97F-4897-9C2C-283E878AA17E}" dt="2026-10-13T18:11:59.557" v="9" actId="34807"/>
          <ac:spMkLst>
            <pc:docMk/>
            <pc:sldMk cId="3810693739" sldId="19592"/>
            <ac:spMk id="26488" creationId="{88B7E6D0-860F-39F9-77BF-6B79FC67DC05}"/>
          </ac:spMkLst>
        </pc:spChg>
        <pc:spChg chg="add mod">
          <ac:chgData name="" userId="" providerId="" clId="Web-{92424B71-E97F-4897-9C2C-283E878AA17E}" dt="2026-10-13T18:11:59.557" v="9" actId="34807"/>
          <ac:spMkLst>
            <pc:docMk/>
            <pc:sldMk cId="3810693739" sldId="19592"/>
            <ac:spMk id="26583" creationId="{19887549-CB2A-39C4-B416-9EDA9A91A2CB}"/>
          </ac:spMkLst>
        </pc:spChg>
        <pc:spChg chg="add mod">
          <ac:chgData name="" userId="" providerId="" clId="Web-{92424B71-E97F-4897-9C2C-283E878AA17E}" dt="2026-10-13T18:11:59.557" v="9" actId="34807"/>
          <ac:spMkLst>
            <pc:docMk/>
            <pc:sldMk cId="3810693739" sldId="19592"/>
            <ac:spMk id="26679" creationId="{A449BBAB-A649-EF19-096E-15D93AF3630F}"/>
          </ac:spMkLst>
        </pc:spChg>
        <pc:spChg chg="add mod">
          <ac:chgData name="" userId="" providerId="" clId="Web-{92424B71-E97F-4897-9C2C-283E878AA17E}" dt="2026-10-13T18:11:59.557" v="9" actId="34807"/>
          <ac:spMkLst>
            <pc:docMk/>
            <pc:sldMk cId="3810693739" sldId="19592"/>
            <ac:spMk id="26776" creationId="{4838AE96-66E6-A1C8-4593-17682349744C}"/>
          </ac:spMkLst>
        </pc:spChg>
        <pc:spChg chg="add mod">
          <ac:chgData name="" userId="" providerId="" clId="Web-{92424B71-E97F-4897-9C2C-283E878AA17E}" dt="2026-10-13T18:11:59.557" v="9" actId="34807"/>
          <ac:spMkLst>
            <pc:docMk/>
            <pc:sldMk cId="3810693739" sldId="19592"/>
            <ac:spMk id="26874" creationId="{B7469DCE-9CC4-8FF5-0C28-D2D68447618A}"/>
          </ac:spMkLst>
        </pc:spChg>
        <pc:spChg chg="add mod">
          <ac:chgData name="" userId="" providerId="" clId="Web-{92424B71-E97F-4897-9C2C-283E878AA17E}" dt="2026-10-13T18:11:59.557" v="9" actId="34807"/>
          <ac:spMkLst>
            <pc:docMk/>
            <pc:sldMk cId="3810693739" sldId="19592"/>
            <ac:spMk id="26973" creationId="{1342BEC4-239A-A68B-5ED4-336079D4E8E3}"/>
          </ac:spMkLst>
        </pc:spChg>
        <pc:spChg chg="add mod">
          <ac:chgData name="" userId="" providerId="" clId="Web-{92424B71-E97F-4897-9C2C-283E878AA17E}" dt="2026-10-13T18:11:59.557" v="9" actId="34807"/>
          <ac:spMkLst>
            <pc:docMk/>
            <pc:sldMk cId="3810693739" sldId="19592"/>
            <ac:spMk id="27073" creationId="{9B005AEB-6788-CB1C-5130-E3566E4BE33D}"/>
          </ac:spMkLst>
        </pc:spChg>
      </pc:sldChg>
      <pc:sldChg chg="addSp modSp add mod setBg modNotesTx">
        <pc:chgData name="" userId="" providerId="" clId="Web-{92424B71-E97F-4897-9C2C-283E878AA17E}" dt="2026-10-13T18:12:01.370" v="10" actId="34807"/>
        <pc:sldMkLst>
          <pc:docMk/>
          <pc:sldMk cId="2638168769" sldId="19836"/>
        </pc:sldMkLst>
        <pc:spChg chg="add mod">
          <ac:chgData name="" userId="" providerId="" clId="Web-{92424B71-E97F-4897-9C2C-283E878AA17E}" dt="2026-10-13T18:11:59.557" v="9" actId="34807"/>
          <ac:spMkLst>
            <pc:docMk/>
            <pc:sldMk cId="2638168769" sldId="19836"/>
            <ac:spMk id="27174" creationId="{D0107B5C-0CEF-7DD5-145F-729B9926AFF7}"/>
          </ac:spMkLst>
        </pc:spChg>
        <pc:spChg chg="add mod">
          <ac:chgData name="" userId="" providerId="" clId="Web-{92424B71-E97F-4897-9C2C-283E878AA17E}" dt="2026-10-13T18:11:59.557" v="9" actId="34807"/>
          <ac:spMkLst>
            <pc:docMk/>
            <pc:sldMk cId="2638168769" sldId="19836"/>
            <ac:spMk id="27276" creationId="{462649E7-0B5C-A6F1-E4B6-BA7B39C4A1A0}"/>
          </ac:spMkLst>
        </pc:spChg>
        <pc:spChg chg="add mod">
          <ac:chgData name="" userId="" providerId="" clId="Web-{92424B71-E97F-4897-9C2C-283E878AA17E}" dt="2026-10-13T18:11:59.557" v="9" actId="34807"/>
          <ac:spMkLst>
            <pc:docMk/>
            <pc:sldMk cId="2638168769" sldId="19836"/>
            <ac:spMk id="27379" creationId="{44DA6B38-B72D-AC06-400C-788B1CD6CB1E}"/>
          </ac:spMkLst>
        </pc:spChg>
        <pc:spChg chg="add mod">
          <ac:chgData name="" userId="" providerId="" clId="Web-{92424B71-E97F-4897-9C2C-283E878AA17E}" dt="2026-10-13T18:11:59.557" v="9" actId="34807"/>
          <ac:spMkLst>
            <pc:docMk/>
            <pc:sldMk cId="2638168769" sldId="19836"/>
            <ac:spMk id="27483" creationId="{90CB1896-7B72-C0A8-05F9-2D34E84A60B6}"/>
          </ac:spMkLst>
        </pc:spChg>
        <pc:spChg chg="add mod">
          <ac:chgData name="" userId="" providerId="" clId="Web-{92424B71-E97F-4897-9C2C-283E878AA17E}" dt="2026-10-13T18:11:59.557" v="9" actId="34807"/>
          <ac:spMkLst>
            <pc:docMk/>
            <pc:sldMk cId="2638168769" sldId="19836"/>
            <ac:spMk id="27588" creationId="{22545DA0-2BE6-877F-6AA1-33A879EFAD68}"/>
          </ac:spMkLst>
        </pc:spChg>
        <pc:spChg chg="add mod">
          <ac:chgData name="" userId="" providerId="" clId="Web-{92424B71-E97F-4897-9C2C-283E878AA17E}" dt="2026-10-13T18:11:59.557" v="9" actId="34807"/>
          <ac:spMkLst>
            <pc:docMk/>
            <pc:sldMk cId="2638168769" sldId="19836"/>
            <ac:spMk id="27694" creationId="{D42582D7-E94F-9931-2E6F-065F517B2DCF}"/>
          </ac:spMkLst>
        </pc:spChg>
        <pc:spChg chg="add mod">
          <ac:chgData name="" userId="" providerId="" clId="Web-{92424B71-E97F-4897-9C2C-283E878AA17E}" dt="2026-10-13T18:11:59.557" v="9" actId="34807"/>
          <ac:spMkLst>
            <pc:docMk/>
            <pc:sldMk cId="2638168769" sldId="19836"/>
            <ac:spMk id="27801" creationId="{3404B199-278C-D14C-215D-06DE87B6ECBC}"/>
          </ac:spMkLst>
        </pc:spChg>
        <pc:spChg chg="add mod">
          <ac:chgData name="" userId="" providerId="" clId="Web-{92424B71-E97F-4897-9C2C-283E878AA17E}" dt="2026-10-13T18:11:59.557" v="9" actId="34807"/>
          <ac:spMkLst>
            <pc:docMk/>
            <pc:sldMk cId="2638168769" sldId="19836"/>
            <ac:spMk id="27909" creationId="{9CA9C691-1F4B-8001-0F3D-82181E9BB76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CE7407-A9A0-4D39-94DB-6F9F0782F3C7}" type="datetimeFigureOut">
              <a:t>10/18/2026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56005D-C8D0-41F3-83BB-CF40A51C896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429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56005D-C8D0-41F3-83BB-CF40A51C8960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1494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56005D-C8D0-41F3-83BB-CF40A51C8960}" type="slidenum"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2564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56005D-C8D0-41F3-83BB-CF40A51C8960}" type="slidenum"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3213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56005D-C8D0-41F3-83BB-CF40A51C8960}" type="slidenum"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3310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2DC12-CF34-02DF-2506-A73FA48A4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BB4C29-5832-1FD2-536C-0B82B00BBD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A93A0D-96B0-4447-8438-8B28F86FAE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EC824F-6E15-8D1E-5099-B47EFF0A3C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56005D-C8D0-41F3-83BB-CF40A51C8960}" type="slidenum"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392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56005D-C8D0-41F3-83BB-CF40A51C8960}" type="slidenum"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0326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56005D-C8D0-41F3-83BB-CF40A51C8960}" type="slidenum"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6267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56005D-C8D0-41F3-83BB-CF40A51C8960}" type="slidenum"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0659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56005D-C8D0-41F3-83BB-CF40A51C8960}" type="slidenum"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2024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56005D-C8D0-41F3-83BB-CF40A51C8960}" type="slidenum"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0786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56005D-C8D0-41F3-83BB-CF40A51C8960}" type="slidenum"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8002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56005D-C8D0-41F3-83BB-CF40A51C8960}" type="slidenum"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8391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D4037-0A64-5D62-528B-82EB28514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3E7061-EEA8-B8C6-4554-EFE2B91CB7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CF6781-4B89-676B-7EB4-C2F021EECF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039C4A-4397-5FDF-DE38-8E4EDFC649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56005D-C8D0-41F3-83BB-CF40A51C8960}" type="slidenum"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4693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56005D-C8D0-41F3-83BB-CF40A51C8960}" type="slidenum"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2479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56005D-C8D0-41F3-83BB-CF40A51C8960}" type="slidenum"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5329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72037-31AC-7D8B-5CCC-17014FCA6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284265-D41E-1670-50F2-CF9F1DBD38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67CA70-670B-CDBC-451F-D75243AE20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B457F3-8DB9-1C77-3D32-667185705E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56005D-C8D0-41F3-83BB-CF40A51C8960}" type="slidenum"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390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56005D-C8D0-41F3-83BB-CF40A51C8960}" type="slidenum"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5264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56005D-C8D0-41F3-83BB-CF40A51C8960}" type="slidenum"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1508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56005D-C8D0-41F3-83BB-CF40A51C8960}" type="slidenum"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2324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56005D-C8D0-41F3-83BB-CF40A51C8960}" type="slidenum"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174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56005D-C8D0-41F3-83BB-CF40A51C8960}" type="slidenum"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05080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56005D-C8D0-41F3-83BB-CF40A51C8960}" type="slidenum"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83619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56005D-C8D0-41F3-83BB-CF40A51C8960}" type="slidenum"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68159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56005D-C8D0-41F3-83BB-CF40A51C8960}" type="slidenum"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89768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56005D-C8D0-41F3-83BB-CF40A51C8960}" type="slidenum"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43027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56005D-C8D0-41F3-83BB-CF40A51C8960}" type="slidenum"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02822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56005D-C8D0-41F3-83BB-CF40A51C8960}" type="slidenum"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17084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56005D-C8D0-41F3-83BB-CF40A51C8960}" type="slidenum"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31928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56005D-C8D0-41F3-83BB-CF40A51C8960}" type="slidenum"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03421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56005D-C8D0-41F3-83BB-CF40A51C8960}" type="slidenum"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74511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56005D-C8D0-41F3-83BB-CF40A51C8960}" type="slidenum"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99428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56005D-C8D0-41F3-83BB-CF40A51C8960}" type="slidenum"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04944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56005D-C8D0-41F3-83BB-CF40A51C8960}" type="slidenum"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73302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56005D-C8D0-41F3-83BB-CF40A51C8960}" type="slidenum"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14967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56005D-C8D0-41F3-83BB-CF40A51C8960}" type="slidenum"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74492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56005D-C8D0-41F3-83BB-CF40A51C8960}" type="slidenum"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81241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56005D-C8D0-41F3-83BB-CF40A51C8960}" type="slidenum"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31629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56005D-C8D0-41F3-83BB-CF40A51C8960}" type="slidenum"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78849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56005D-C8D0-41F3-83BB-CF40A51C8960}" type="slidenum"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53549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56005D-C8D0-41F3-83BB-CF40A51C8960}" type="slidenum"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36890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56005D-C8D0-41F3-83BB-CF40A51C8960}" type="slidenum"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10982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56005D-C8D0-41F3-83BB-CF40A51C8960}" type="slidenum"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60122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56005D-C8D0-41F3-83BB-CF40A51C8960}" type="slidenum"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24091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56005D-C8D0-41F3-83BB-CF40A51C8960}" type="slidenum"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09109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56005D-C8D0-41F3-83BB-CF40A51C8960}" type="slidenum"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49061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56005D-C8D0-41F3-83BB-CF40A51C8960}" type="slidenum"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02829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56005D-C8D0-41F3-83BB-CF40A51C8960}" type="slidenum"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6781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edninja08/aks-workshop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ka.ms/LearningCampus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3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ver-final-title">
            <a:extLst>
              <a:ext uri="{FF2B5EF4-FFF2-40B4-BE49-F238E27FC236}">
                <a16:creationId xmlns:a16="http://schemas.microsoft.com/office/drawing/2014/main" id="{F495518D-7597-742E-4904-985F8B3194A5}"/>
              </a:ext>
            </a:extLst>
          </p:cNvPr>
          <p:cNvSpPr/>
          <p:nvPr/>
        </p:nvSpPr>
        <p:spPr>
          <a:xfrm>
            <a:off x="640080" y="2084832"/>
            <a:ext cx="6400800" cy="8229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900" b="1">
                <a:solidFill>
                  <a:srgbClr val="FFFFFF"/>
                </a:solidFill>
                <a:effectLst/>
                <a:latin typeface="Segoe UI Semibold" panose="020B0702040204020203" pitchFamily="34" charset="0"/>
              </a:rPr>
              <a:t>Container Foundations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" name="cover-final-subtitle">
            <a:extLst>
              <a:ext uri="{FF2B5EF4-FFF2-40B4-BE49-F238E27FC236}">
                <a16:creationId xmlns:a16="http://schemas.microsoft.com/office/drawing/2014/main" id="{A5124BCD-12E2-AD0C-1790-ED1BCECA1817}"/>
              </a:ext>
            </a:extLst>
          </p:cNvPr>
          <p:cNvSpPr/>
          <p:nvPr/>
        </p:nvSpPr>
        <p:spPr>
          <a:xfrm>
            <a:off x="640080" y="2926080"/>
            <a:ext cx="6400800" cy="6400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900">
                <a:solidFill>
                  <a:srgbClr val="FFFFFF"/>
                </a:solidFill>
                <a:effectLst/>
                <a:latin typeface="Segoe UI Semibold" panose="020B0702040204020203" pitchFamily="34" charset="0"/>
              </a:rPr>
              <a:t>with Docker Engine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" name="cover-final-demo">
            <a:extLst>
              <a:ext uri="{FF2B5EF4-FFF2-40B4-BE49-F238E27FC236}">
                <a16:creationId xmlns:a16="http://schemas.microsoft.com/office/drawing/2014/main" id="{436A340F-576B-B5AA-7D6F-885A036FD0DD}"/>
              </a:ext>
            </a:extLst>
          </p:cNvPr>
          <p:cNvSpPr/>
          <p:nvPr/>
        </p:nvSpPr>
        <p:spPr>
          <a:xfrm>
            <a:off x="640080" y="3822192"/>
            <a:ext cx="6400800" cy="5486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100" dirty="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Guided demonstrations</a:t>
            </a:r>
          </a:p>
          <a:p>
            <a:pPr algn="l">
              <a:buNone/>
            </a:pPr>
            <a:r>
              <a:rPr lang="en-US" sz="100" dirty="0">
                <a:effectLst/>
              </a:rPr>
              <a:t> </a:t>
            </a:r>
            <a:endParaRPr lang="en-US" dirty="0"/>
          </a:p>
        </p:txBody>
      </p:sp>
      <p:sp>
        <p:nvSpPr>
          <p:cNvPr id="17" name="cover-final-context">
            <a:extLst>
              <a:ext uri="{FF2B5EF4-FFF2-40B4-BE49-F238E27FC236}">
                <a16:creationId xmlns:a16="http://schemas.microsoft.com/office/drawing/2014/main" id="{5B6A7FFC-BAA5-77DF-6F57-64BD0BA19AD0}"/>
              </a:ext>
            </a:extLst>
          </p:cNvPr>
          <p:cNvSpPr/>
          <p:nvPr/>
        </p:nvSpPr>
        <p:spPr>
          <a:xfrm>
            <a:off x="640080" y="5285232"/>
            <a:ext cx="64008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80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Day 1  |  Instructor-led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header-1">
            <a:extLst>
              <a:ext uri="{FF2B5EF4-FFF2-40B4-BE49-F238E27FC236}">
                <a16:creationId xmlns:a16="http://schemas.microsoft.com/office/drawing/2014/main" id="{1E509F8F-092F-4D38-43DE-037B37359583}"/>
              </a:ext>
            </a:extLst>
          </p:cNvPr>
          <p:cNvSpPr/>
          <p:nvPr/>
        </p:nvSpPr>
        <p:spPr>
          <a:xfrm>
            <a:off x="457200" y="457200"/>
            <a:ext cx="11274552" cy="786384"/>
          </a:xfrm>
          <a:prstGeom prst="rect">
            <a:avLst/>
          </a:prstGeom>
          <a:solidFill>
            <a:srgbClr val="243A5E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itle-1">
            <a:extLst>
              <a:ext uri="{FF2B5EF4-FFF2-40B4-BE49-F238E27FC236}">
                <a16:creationId xmlns:a16="http://schemas.microsoft.com/office/drawing/2014/main" id="{4F4F113D-7FF9-BABF-529C-6A3D22CC26C4}"/>
              </a:ext>
            </a:extLst>
          </p:cNvPr>
          <p:cNvSpPr/>
          <p:nvPr/>
        </p:nvSpPr>
        <p:spPr>
          <a:xfrm>
            <a:off x="640080" y="475488"/>
            <a:ext cx="10908792" cy="731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 dirty="0">
                <a:solidFill>
                  <a:srgbClr val="FFFFFF"/>
                </a:solidFill>
                <a:effectLst/>
                <a:latin typeface="Segoe UI Semibold" panose="020B0702040204020203" pitchFamily="34" charset="0"/>
              </a:rPr>
              <a:t>Day 1 Agenda</a:t>
            </a:r>
          </a:p>
          <a:p>
            <a:pPr algn="l">
              <a:buNone/>
            </a:pPr>
            <a:r>
              <a:rPr lang="en-US" sz="100" dirty="0">
                <a:effectLst/>
              </a:rPr>
              <a:t> </a:t>
            </a:r>
            <a:endParaRPr lang="en-US" dirty="0"/>
          </a:p>
        </p:txBody>
      </p:sp>
      <p:sp>
        <p:nvSpPr>
          <p:cNvPr id="23" name="label-1">
            <a:extLst>
              <a:ext uri="{FF2B5EF4-FFF2-40B4-BE49-F238E27FC236}">
                <a16:creationId xmlns:a16="http://schemas.microsoft.com/office/drawing/2014/main" id="{4C5FC027-82BB-6C2D-1E96-F2FC5ACBC861}"/>
              </a:ext>
            </a:extLst>
          </p:cNvPr>
          <p:cNvSpPr/>
          <p:nvPr/>
        </p:nvSpPr>
        <p:spPr>
          <a:xfrm>
            <a:off x="640080" y="1389888"/>
            <a:ext cx="10908792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 dirty="0">
                <a:solidFill>
                  <a:srgbClr val="0078D4"/>
                </a:solidFill>
                <a:effectLst/>
                <a:latin typeface="Segoe UI Semibold" panose="020B0702040204020203" pitchFamily="34" charset="0"/>
              </a:rPr>
              <a:t>CONTAINER FOUNDATIONS</a:t>
            </a:r>
          </a:p>
          <a:p>
            <a:pPr algn="l">
              <a:buNone/>
            </a:pPr>
            <a:r>
              <a:rPr lang="en-US" sz="100" dirty="0">
                <a:effectLst/>
              </a:rPr>
              <a:t> </a:t>
            </a:r>
            <a:endParaRPr lang="en-US" dirty="0"/>
          </a:p>
        </p:txBody>
      </p:sp>
      <p:sp>
        <p:nvSpPr>
          <p:cNvPr id="27" name="agenda-row-0">
            <a:extLst>
              <a:ext uri="{FF2B5EF4-FFF2-40B4-BE49-F238E27FC236}">
                <a16:creationId xmlns:a16="http://schemas.microsoft.com/office/drawing/2014/main" id="{6439C637-6AD1-EE0E-12FF-0A65A2C85195}"/>
              </a:ext>
            </a:extLst>
          </p:cNvPr>
          <p:cNvSpPr/>
          <p:nvPr/>
        </p:nvSpPr>
        <p:spPr>
          <a:xfrm>
            <a:off x="640080" y="1874520"/>
            <a:ext cx="10908792" cy="475488"/>
          </a:xfrm>
          <a:prstGeom prst="rect">
            <a:avLst/>
          </a:prstGeom>
          <a:solidFill>
            <a:srgbClr val="F2F2F2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agenda-time-0">
            <a:extLst>
              <a:ext uri="{FF2B5EF4-FFF2-40B4-BE49-F238E27FC236}">
                <a16:creationId xmlns:a16="http://schemas.microsoft.com/office/drawing/2014/main" id="{F3BFD645-9676-54BE-D1DE-352BE050E6E1}"/>
              </a:ext>
            </a:extLst>
          </p:cNvPr>
          <p:cNvSpPr/>
          <p:nvPr/>
        </p:nvSpPr>
        <p:spPr>
          <a:xfrm>
            <a:off x="768096" y="1888236"/>
            <a:ext cx="1865376" cy="4480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800" b="1">
                <a:solidFill>
                  <a:srgbClr val="243A5E"/>
                </a:solidFill>
                <a:effectLst/>
                <a:latin typeface="Segoe UI Semibold" panose="020B0702040204020203" pitchFamily="34" charset="0"/>
              </a:rPr>
              <a:t>08:00–08:30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8" name="agenda-focus-0">
            <a:extLst>
              <a:ext uri="{FF2B5EF4-FFF2-40B4-BE49-F238E27FC236}">
                <a16:creationId xmlns:a16="http://schemas.microsoft.com/office/drawing/2014/main" id="{ACEE9FC4-8CC1-D148-52D0-3266759BFC58}"/>
              </a:ext>
            </a:extLst>
          </p:cNvPr>
          <p:cNvSpPr/>
          <p:nvPr/>
        </p:nvSpPr>
        <p:spPr>
          <a:xfrm>
            <a:off x="2788920" y="1888236"/>
            <a:ext cx="8595360" cy="4480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800" dirty="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Introduction; Workshop lab and Docker terminal readiness</a:t>
            </a:r>
          </a:p>
          <a:p>
            <a:pPr algn="l">
              <a:buNone/>
            </a:pPr>
            <a:r>
              <a:rPr lang="en-US" sz="100" dirty="0">
                <a:effectLst/>
              </a:rPr>
              <a:t> </a:t>
            </a:r>
            <a:endParaRPr lang="en-US" dirty="0"/>
          </a:p>
        </p:txBody>
      </p:sp>
      <p:sp>
        <p:nvSpPr>
          <p:cNvPr id="45" name="agenda-time-1">
            <a:extLst>
              <a:ext uri="{FF2B5EF4-FFF2-40B4-BE49-F238E27FC236}">
                <a16:creationId xmlns:a16="http://schemas.microsoft.com/office/drawing/2014/main" id="{06DC0BC6-B074-424B-6C20-2E6A99BD3E51}"/>
              </a:ext>
            </a:extLst>
          </p:cNvPr>
          <p:cNvSpPr/>
          <p:nvPr/>
        </p:nvSpPr>
        <p:spPr>
          <a:xfrm>
            <a:off x="768096" y="2400300"/>
            <a:ext cx="1865376" cy="4480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800" b="1">
                <a:solidFill>
                  <a:srgbClr val="243A5E"/>
                </a:solidFill>
                <a:effectLst/>
                <a:latin typeface="Segoe UI Semibold" panose="020B0702040204020203" pitchFamily="34" charset="0"/>
              </a:rPr>
              <a:t>08:30–09:30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3" name="agenda-focus-1">
            <a:extLst>
              <a:ext uri="{FF2B5EF4-FFF2-40B4-BE49-F238E27FC236}">
                <a16:creationId xmlns:a16="http://schemas.microsoft.com/office/drawing/2014/main" id="{6B1BFDB0-0ED3-2105-5EA6-F5B7B7CE0581}"/>
              </a:ext>
            </a:extLst>
          </p:cNvPr>
          <p:cNvSpPr/>
          <p:nvPr/>
        </p:nvSpPr>
        <p:spPr>
          <a:xfrm>
            <a:off x="2788920" y="2400300"/>
            <a:ext cx="8595360" cy="4480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8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Chapters 1–2: concepts, image trust and first Nginx run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2" name="agenda-row-2">
            <a:extLst>
              <a:ext uri="{FF2B5EF4-FFF2-40B4-BE49-F238E27FC236}">
                <a16:creationId xmlns:a16="http://schemas.microsoft.com/office/drawing/2014/main" id="{56F8ADC8-2FBE-6858-8C2C-CE74DC585CD4}"/>
              </a:ext>
            </a:extLst>
          </p:cNvPr>
          <p:cNvSpPr/>
          <p:nvPr/>
        </p:nvSpPr>
        <p:spPr>
          <a:xfrm>
            <a:off x="640080" y="2898648"/>
            <a:ext cx="10908792" cy="475488"/>
          </a:xfrm>
          <a:prstGeom prst="rect">
            <a:avLst/>
          </a:prstGeom>
          <a:solidFill>
            <a:srgbClr val="F2F2F2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agenda-time-2">
            <a:extLst>
              <a:ext uri="{FF2B5EF4-FFF2-40B4-BE49-F238E27FC236}">
                <a16:creationId xmlns:a16="http://schemas.microsoft.com/office/drawing/2014/main" id="{026B299F-1E33-3585-492A-B7551E218515}"/>
              </a:ext>
            </a:extLst>
          </p:cNvPr>
          <p:cNvSpPr/>
          <p:nvPr/>
        </p:nvSpPr>
        <p:spPr>
          <a:xfrm>
            <a:off x="768096" y="2912364"/>
            <a:ext cx="1865376" cy="4480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800" b="1">
                <a:solidFill>
                  <a:srgbClr val="243A5E"/>
                </a:solidFill>
                <a:effectLst/>
                <a:latin typeface="Segoe UI Semibold" panose="020B0702040204020203" pitchFamily="34" charset="0"/>
              </a:rPr>
              <a:t>09:30–09:45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3" name="agenda-focus-2">
            <a:extLst>
              <a:ext uri="{FF2B5EF4-FFF2-40B4-BE49-F238E27FC236}">
                <a16:creationId xmlns:a16="http://schemas.microsoft.com/office/drawing/2014/main" id="{F22C897C-7E6B-CB8E-9EC5-0E79AF5D090E}"/>
              </a:ext>
            </a:extLst>
          </p:cNvPr>
          <p:cNvSpPr/>
          <p:nvPr/>
        </p:nvSpPr>
        <p:spPr>
          <a:xfrm>
            <a:off x="2788920" y="2912364"/>
            <a:ext cx="8595360" cy="4480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8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Break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5" name="agenda-time-3">
            <a:extLst>
              <a:ext uri="{FF2B5EF4-FFF2-40B4-BE49-F238E27FC236}">
                <a16:creationId xmlns:a16="http://schemas.microsoft.com/office/drawing/2014/main" id="{E40BCF18-EBE9-88CB-1D9E-A043963FA9BB}"/>
              </a:ext>
            </a:extLst>
          </p:cNvPr>
          <p:cNvSpPr/>
          <p:nvPr/>
        </p:nvSpPr>
        <p:spPr>
          <a:xfrm>
            <a:off x="768096" y="3424428"/>
            <a:ext cx="1865376" cy="4480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800" b="1">
                <a:solidFill>
                  <a:srgbClr val="243A5E"/>
                </a:solidFill>
                <a:effectLst/>
                <a:latin typeface="Segoe UI Semibold" panose="020B0702040204020203" pitchFamily="34" charset="0"/>
              </a:rPr>
              <a:t>09:45–11:00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8" name="agenda-focus-3">
            <a:extLst>
              <a:ext uri="{FF2B5EF4-FFF2-40B4-BE49-F238E27FC236}">
                <a16:creationId xmlns:a16="http://schemas.microsoft.com/office/drawing/2014/main" id="{E28DD803-24A1-DC4B-7175-48F12A2E221A}"/>
              </a:ext>
            </a:extLst>
          </p:cNvPr>
          <p:cNvSpPr/>
          <p:nvPr/>
        </p:nvSpPr>
        <p:spPr>
          <a:xfrm>
            <a:off x="2788920" y="3424428"/>
            <a:ext cx="8595360" cy="4480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8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Chapter 3: lifecycle, inspection, access and ports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22" name="agenda-row-4">
            <a:extLst>
              <a:ext uri="{FF2B5EF4-FFF2-40B4-BE49-F238E27FC236}">
                <a16:creationId xmlns:a16="http://schemas.microsoft.com/office/drawing/2014/main" id="{602959D2-B7A7-4763-F7B0-3855CAF7283A}"/>
              </a:ext>
            </a:extLst>
          </p:cNvPr>
          <p:cNvSpPr/>
          <p:nvPr/>
        </p:nvSpPr>
        <p:spPr>
          <a:xfrm>
            <a:off x="640080" y="3922776"/>
            <a:ext cx="10908792" cy="475488"/>
          </a:xfrm>
          <a:prstGeom prst="rect">
            <a:avLst/>
          </a:prstGeom>
          <a:solidFill>
            <a:srgbClr val="F2F2F2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agenda-time-4">
            <a:extLst>
              <a:ext uri="{FF2B5EF4-FFF2-40B4-BE49-F238E27FC236}">
                <a16:creationId xmlns:a16="http://schemas.microsoft.com/office/drawing/2014/main" id="{BCA7924D-750F-B4DA-922E-E738131C49DA}"/>
              </a:ext>
            </a:extLst>
          </p:cNvPr>
          <p:cNvSpPr/>
          <p:nvPr/>
        </p:nvSpPr>
        <p:spPr>
          <a:xfrm>
            <a:off x="768096" y="3936492"/>
            <a:ext cx="1865376" cy="4480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800" b="1">
                <a:solidFill>
                  <a:srgbClr val="243A5E"/>
                </a:solidFill>
                <a:effectLst/>
                <a:latin typeface="Segoe UI Semibold" panose="020B0702040204020203" pitchFamily="34" charset="0"/>
              </a:rPr>
              <a:t>11:00–11:15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3" name="agenda-focus-4">
            <a:extLst>
              <a:ext uri="{FF2B5EF4-FFF2-40B4-BE49-F238E27FC236}">
                <a16:creationId xmlns:a16="http://schemas.microsoft.com/office/drawing/2014/main" id="{225B4DDF-B53D-3AB3-84C2-4A131DFE79BF}"/>
              </a:ext>
            </a:extLst>
          </p:cNvPr>
          <p:cNvSpPr/>
          <p:nvPr/>
        </p:nvSpPr>
        <p:spPr>
          <a:xfrm>
            <a:off x="2788920" y="3936492"/>
            <a:ext cx="8595360" cy="4480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8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Break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70" name="agenda-time-5">
            <a:extLst>
              <a:ext uri="{FF2B5EF4-FFF2-40B4-BE49-F238E27FC236}">
                <a16:creationId xmlns:a16="http://schemas.microsoft.com/office/drawing/2014/main" id="{E15BC7D2-173F-E8D3-F088-665AAC0BB72F}"/>
              </a:ext>
            </a:extLst>
          </p:cNvPr>
          <p:cNvSpPr/>
          <p:nvPr/>
        </p:nvSpPr>
        <p:spPr>
          <a:xfrm>
            <a:off x="768096" y="4448556"/>
            <a:ext cx="1865376" cy="4480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800" b="1">
                <a:solidFill>
                  <a:srgbClr val="243A5E"/>
                </a:solidFill>
                <a:effectLst/>
                <a:latin typeface="Segoe UI Semibold" panose="020B0702040204020203" pitchFamily="34" charset="0"/>
              </a:rPr>
              <a:t>11:15–12:45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88" name="agenda-focus-5">
            <a:extLst>
              <a:ext uri="{FF2B5EF4-FFF2-40B4-BE49-F238E27FC236}">
                <a16:creationId xmlns:a16="http://schemas.microsoft.com/office/drawing/2014/main" id="{6114366E-5617-4599-EB44-53BE8A45E71F}"/>
              </a:ext>
            </a:extLst>
          </p:cNvPr>
          <p:cNvSpPr/>
          <p:nvPr/>
        </p:nvSpPr>
        <p:spPr>
          <a:xfrm>
            <a:off x="2788920" y="4448556"/>
            <a:ext cx="8595360" cy="4480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8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Chapter 3 storage; Chapter 4 registries and images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07" name="agenda-row-6">
            <a:extLst>
              <a:ext uri="{FF2B5EF4-FFF2-40B4-BE49-F238E27FC236}">
                <a16:creationId xmlns:a16="http://schemas.microsoft.com/office/drawing/2014/main" id="{25D09B35-375D-3474-AD30-7D141DF89443}"/>
              </a:ext>
            </a:extLst>
          </p:cNvPr>
          <p:cNvSpPr/>
          <p:nvPr/>
        </p:nvSpPr>
        <p:spPr>
          <a:xfrm>
            <a:off x="640080" y="4946904"/>
            <a:ext cx="10908792" cy="475488"/>
          </a:xfrm>
          <a:prstGeom prst="rect">
            <a:avLst/>
          </a:prstGeom>
          <a:solidFill>
            <a:srgbClr val="F2F2F2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7" name="agenda-time-6">
            <a:extLst>
              <a:ext uri="{FF2B5EF4-FFF2-40B4-BE49-F238E27FC236}">
                <a16:creationId xmlns:a16="http://schemas.microsoft.com/office/drawing/2014/main" id="{D7151FD9-C79D-E567-9E46-AA84E38CA175}"/>
              </a:ext>
            </a:extLst>
          </p:cNvPr>
          <p:cNvSpPr/>
          <p:nvPr/>
        </p:nvSpPr>
        <p:spPr>
          <a:xfrm>
            <a:off x="768096" y="4960620"/>
            <a:ext cx="1865376" cy="4480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800" b="1">
                <a:solidFill>
                  <a:srgbClr val="243A5E"/>
                </a:solidFill>
                <a:effectLst/>
                <a:latin typeface="Segoe UI Semibold" panose="020B0702040204020203" pitchFamily="34" charset="0"/>
              </a:rPr>
              <a:t>12:45–13:45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48" name="agenda-focus-6">
            <a:extLst>
              <a:ext uri="{FF2B5EF4-FFF2-40B4-BE49-F238E27FC236}">
                <a16:creationId xmlns:a16="http://schemas.microsoft.com/office/drawing/2014/main" id="{A7F217BE-6982-2F28-EAD5-AF7DEAF9B6E1}"/>
              </a:ext>
            </a:extLst>
          </p:cNvPr>
          <p:cNvSpPr/>
          <p:nvPr/>
        </p:nvSpPr>
        <p:spPr>
          <a:xfrm>
            <a:off x="2788920" y="4960620"/>
            <a:ext cx="8595360" cy="4480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8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Lunch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70" name="agenda-time-7">
            <a:extLst>
              <a:ext uri="{FF2B5EF4-FFF2-40B4-BE49-F238E27FC236}">
                <a16:creationId xmlns:a16="http://schemas.microsoft.com/office/drawing/2014/main" id="{148207CA-F696-E912-4A3F-6BFF79D4AC3F}"/>
              </a:ext>
            </a:extLst>
          </p:cNvPr>
          <p:cNvSpPr/>
          <p:nvPr/>
        </p:nvSpPr>
        <p:spPr>
          <a:xfrm>
            <a:off x="768096" y="5472684"/>
            <a:ext cx="1865376" cy="4480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800" b="1" dirty="0">
                <a:solidFill>
                  <a:srgbClr val="243A5E"/>
                </a:solidFill>
                <a:effectLst/>
                <a:latin typeface="Segoe UI Semibold" panose="020B0702040204020203" pitchFamily="34" charset="0"/>
              </a:rPr>
              <a:t>13:45–15:30</a:t>
            </a:r>
          </a:p>
          <a:p>
            <a:pPr algn="l">
              <a:buNone/>
            </a:pPr>
            <a:r>
              <a:rPr lang="en-US" sz="100" dirty="0">
                <a:effectLst/>
              </a:rPr>
              <a:t> </a:t>
            </a:r>
            <a:endParaRPr lang="en-US" dirty="0"/>
          </a:p>
        </p:txBody>
      </p:sp>
      <p:sp>
        <p:nvSpPr>
          <p:cNvPr id="293" name="agenda-focus-7">
            <a:extLst>
              <a:ext uri="{FF2B5EF4-FFF2-40B4-BE49-F238E27FC236}">
                <a16:creationId xmlns:a16="http://schemas.microsoft.com/office/drawing/2014/main" id="{C9668E82-8595-D6AD-76F2-4714267C1266}"/>
              </a:ext>
            </a:extLst>
          </p:cNvPr>
          <p:cNvSpPr/>
          <p:nvPr/>
        </p:nvSpPr>
        <p:spPr>
          <a:xfrm>
            <a:off x="2788920" y="5472684"/>
            <a:ext cx="8595360" cy="4480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8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Chapter 5: Dockerfile, practice, recap and AKS handoff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17" name="agenda-pacing">
            <a:extLst>
              <a:ext uri="{FF2B5EF4-FFF2-40B4-BE49-F238E27FC236}">
                <a16:creationId xmlns:a16="http://schemas.microsoft.com/office/drawing/2014/main" id="{48FA79B4-C01F-BF74-EE62-FE0AFB6AC7FD}"/>
              </a:ext>
            </a:extLst>
          </p:cNvPr>
          <p:cNvSpPr/>
          <p:nvPr/>
        </p:nvSpPr>
        <p:spPr>
          <a:xfrm>
            <a:off x="640080" y="6062472"/>
            <a:ext cx="10908792" cy="33832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>
                <a:solidFill>
                  <a:srgbClr val="56677E"/>
                </a:solidFill>
                <a:effectLst/>
                <a:latin typeface="Segoe UI" panose="020B0502040204020203" pitchFamily="34" charset="0"/>
              </a:rPr>
              <a:t>All five chapters span the full day. Optional depth is paced by the instructor.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507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header-3">
            <a:extLst>
              <a:ext uri="{FF2B5EF4-FFF2-40B4-BE49-F238E27FC236}">
                <a16:creationId xmlns:a16="http://schemas.microsoft.com/office/drawing/2014/main" id="{F4400EEE-8050-30A0-AF05-B39CF3341745}"/>
              </a:ext>
            </a:extLst>
          </p:cNvPr>
          <p:cNvSpPr/>
          <p:nvPr/>
        </p:nvSpPr>
        <p:spPr>
          <a:xfrm>
            <a:off x="457200" y="457200"/>
            <a:ext cx="11274552" cy="786384"/>
          </a:xfrm>
          <a:prstGeom prst="rect">
            <a:avLst/>
          </a:prstGeom>
          <a:solidFill>
            <a:srgbClr val="243A5E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2" name="title-3">
            <a:extLst>
              <a:ext uri="{FF2B5EF4-FFF2-40B4-BE49-F238E27FC236}">
                <a16:creationId xmlns:a16="http://schemas.microsoft.com/office/drawing/2014/main" id="{5569BC2D-5F44-55E0-749E-6DA036BFFC85}"/>
              </a:ext>
            </a:extLst>
          </p:cNvPr>
          <p:cNvSpPr/>
          <p:nvPr/>
        </p:nvSpPr>
        <p:spPr>
          <a:xfrm>
            <a:off x="640080" y="475488"/>
            <a:ext cx="10908792" cy="731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Segoe UI Semibold" panose="020B0702040204020203" pitchFamily="34" charset="0"/>
              </a:rPr>
              <a:t>Introducing Container Technology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47" name="chapter-number-3">
            <a:extLst>
              <a:ext uri="{FF2B5EF4-FFF2-40B4-BE49-F238E27FC236}">
                <a16:creationId xmlns:a16="http://schemas.microsoft.com/office/drawing/2014/main" id="{F66A35B7-DE6F-77D1-7CF6-B51FC1C74A88}"/>
              </a:ext>
            </a:extLst>
          </p:cNvPr>
          <p:cNvSpPr/>
          <p:nvPr/>
        </p:nvSpPr>
        <p:spPr>
          <a:xfrm>
            <a:off x="640080" y="1920240"/>
            <a:ext cx="1828800" cy="14630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7600" b="1">
                <a:solidFill>
                  <a:srgbClr val="0078D4"/>
                </a:solidFill>
                <a:effectLst/>
                <a:latin typeface="Segoe UI Semibold" panose="020B0702040204020203" pitchFamily="34" charset="0"/>
              </a:rPr>
              <a:t>01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83" name="chapter-word-3">
            <a:extLst>
              <a:ext uri="{FF2B5EF4-FFF2-40B4-BE49-F238E27FC236}">
                <a16:creationId xmlns:a16="http://schemas.microsoft.com/office/drawing/2014/main" id="{0CFE93C0-08C6-EBC0-6D8C-43868DCF6195}"/>
              </a:ext>
            </a:extLst>
          </p:cNvPr>
          <p:cNvSpPr/>
          <p:nvPr/>
        </p:nvSpPr>
        <p:spPr>
          <a:xfrm>
            <a:off x="640080" y="3419856"/>
            <a:ext cx="18288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 b="1">
                <a:solidFill>
                  <a:srgbClr val="0078D4"/>
                </a:solidFill>
                <a:effectLst/>
                <a:latin typeface="Segoe UI Semibold" panose="020B0702040204020203" pitchFamily="34" charset="0"/>
              </a:rPr>
              <a:t>CHAPTER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20" name="chapter-scope-3-0">
            <a:extLst>
              <a:ext uri="{FF2B5EF4-FFF2-40B4-BE49-F238E27FC236}">
                <a16:creationId xmlns:a16="http://schemas.microsoft.com/office/drawing/2014/main" id="{F5D1DC3F-85DC-F690-7C42-1326BD0AE99A}"/>
              </a:ext>
            </a:extLst>
          </p:cNvPr>
          <p:cNvSpPr/>
          <p:nvPr/>
        </p:nvSpPr>
        <p:spPr>
          <a:xfrm>
            <a:off x="2880360" y="1965960"/>
            <a:ext cx="8641080" cy="53035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300" b="1">
                <a:solidFill>
                  <a:srgbClr val="243A5E"/>
                </a:solidFill>
                <a:effectLst/>
                <a:latin typeface="Segoe UI Semibold" panose="020B0702040204020203" pitchFamily="34" charset="0"/>
              </a:rPr>
              <a:t>Overview of Container Technology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58" name="chapter-scope-3-1">
            <a:extLst>
              <a:ext uri="{FF2B5EF4-FFF2-40B4-BE49-F238E27FC236}">
                <a16:creationId xmlns:a16="http://schemas.microsoft.com/office/drawing/2014/main" id="{7DCCE94E-2131-1880-C083-5F7CCE7BB963}"/>
              </a:ext>
            </a:extLst>
          </p:cNvPr>
          <p:cNvSpPr/>
          <p:nvPr/>
        </p:nvSpPr>
        <p:spPr>
          <a:xfrm>
            <a:off x="2880360" y="2834640"/>
            <a:ext cx="8641080" cy="53035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300" b="1">
                <a:solidFill>
                  <a:srgbClr val="243A5E"/>
                </a:solidFill>
                <a:effectLst/>
                <a:latin typeface="Segoe UI Semibold" panose="020B0702040204020203" pitchFamily="34" charset="0"/>
              </a:rPr>
              <a:t>Describing Linux Container Architecture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97" name="chapter-scope-3-2">
            <a:extLst>
              <a:ext uri="{FF2B5EF4-FFF2-40B4-BE49-F238E27FC236}">
                <a16:creationId xmlns:a16="http://schemas.microsoft.com/office/drawing/2014/main" id="{B9C358A2-4AEC-81CB-54B9-351AF7B1AC2C}"/>
              </a:ext>
            </a:extLst>
          </p:cNvPr>
          <p:cNvSpPr/>
          <p:nvPr/>
        </p:nvSpPr>
        <p:spPr>
          <a:xfrm>
            <a:off x="2880360" y="3703320"/>
            <a:ext cx="8641080" cy="53035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300" b="1">
                <a:solidFill>
                  <a:srgbClr val="243A5E"/>
                </a:solidFill>
                <a:effectLst/>
                <a:latin typeface="Segoe UI Semibold" panose="020B0702040204020203" pitchFamily="34" charset="0"/>
              </a:rPr>
              <a:t>Managing Containers with Docker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37" name="chapter-goal-3">
            <a:extLst>
              <a:ext uri="{FF2B5EF4-FFF2-40B4-BE49-F238E27FC236}">
                <a16:creationId xmlns:a16="http://schemas.microsoft.com/office/drawing/2014/main" id="{0615EB89-4B50-EE1C-1D0E-13D76C3A9A93}"/>
              </a:ext>
            </a:extLst>
          </p:cNvPr>
          <p:cNvSpPr/>
          <p:nvPr/>
        </p:nvSpPr>
        <p:spPr>
          <a:xfrm>
            <a:off x="2880360" y="5166360"/>
            <a:ext cx="8641080" cy="749808"/>
          </a:xfrm>
          <a:prstGeom prst="rect">
            <a:avLst/>
          </a:prstGeom>
          <a:solidFill>
            <a:srgbClr val="0078D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90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Package the application; understand the isolated</a:t>
            </a:r>
          </a:p>
          <a:p>
            <a:pPr algn="l">
              <a:buNone/>
            </a:pPr>
            <a:r>
              <a:rPr lang="en-US" sz="190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process.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08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header-5">
            <a:extLst>
              <a:ext uri="{FF2B5EF4-FFF2-40B4-BE49-F238E27FC236}">
                <a16:creationId xmlns:a16="http://schemas.microsoft.com/office/drawing/2014/main" id="{FD5576D5-6AEC-38D3-424B-C0409A223187}"/>
              </a:ext>
            </a:extLst>
          </p:cNvPr>
          <p:cNvSpPr/>
          <p:nvPr/>
        </p:nvSpPr>
        <p:spPr>
          <a:xfrm>
            <a:off x="457200" y="457200"/>
            <a:ext cx="11274552" cy="786384"/>
          </a:xfrm>
          <a:prstGeom prst="rect">
            <a:avLst/>
          </a:prstGeom>
          <a:solidFill>
            <a:srgbClr val="243A5E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2" name="title-5">
            <a:extLst>
              <a:ext uri="{FF2B5EF4-FFF2-40B4-BE49-F238E27FC236}">
                <a16:creationId xmlns:a16="http://schemas.microsoft.com/office/drawing/2014/main" id="{50AD2843-F5E5-DB85-30EF-BB4B9CD7E10D}"/>
              </a:ext>
            </a:extLst>
          </p:cNvPr>
          <p:cNvSpPr/>
          <p:nvPr/>
        </p:nvSpPr>
        <p:spPr>
          <a:xfrm>
            <a:off x="640080" y="475488"/>
            <a:ext cx="10908792" cy="731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Segoe UI Semibold" panose="020B0702040204020203" pitchFamily="34" charset="0"/>
              </a:rPr>
              <a:t>Containers and Virtual Machines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43" name="chapter-label-5">
            <a:extLst>
              <a:ext uri="{FF2B5EF4-FFF2-40B4-BE49-F238E27FC236}">
                <a16:creationId xmlns:a16="http://schemas.microsoft.com/office/drawing/2014/main" id="{24A592A4-839D-2BDB-140C-27C998185B0D}"/>
              </a:ext>
            </a:extLst>
          </p:cNvPr>
          <p:cNvSpPr/>
          <p:nvPr/>
        </p:nvSpPr>
        <p:spPr>
          <a:xfrm>
            <a:off x="640080" y="1389888"/>
            <a:ext cx="2194560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0078D4"/>
                </a:solidFill>
                <a:effectLst/>
                <a:latin typeface="Segoe UI Semibold" panose="020B0702040204020203" pitchFamily="34" charset="0"/>
              </a:rPr>
              <a:t>CHAPTER 1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pic>
        <p:nvPicPr>
          <p:cNvPr id="3" name="Picture 2" descr="The diagram illustrates a software architecture, showing various components such as apps (App A and App B), libraries (Libs A and Libs B), containers (Container), host operating systems (Host OS), and hardware, arranged in a hierarchical, layered structure.&#10;&#10;AI-generated content may be incorrect.">
            <a:extLst>
              <a:ext uri="{FF2B5EF4-FFF2-40B4-BE49-F238E27FC236}">
                <a16:creationId xmlns:a16="http://schemas.microsoft.com/office/drawing/2014/main" id="{4FDC5242-7112-7254-BE5F-75CEC3ABA9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18636"/>
            <a:ext cx="11345858" cy="4582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685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8458B-CD4D-86CB-2A4C-AF58963CE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header-5">
            <a:extLst>
              <a:ext uri="{FF2B5EF4-FFF2-40B4-BE49-F238E27FC236}">
                <a16:creationId xmlns:a16="http://schemas.microsoft.com/office/drawing/2014/main" id="{EBBBA028-3DE4-0C79-78A2-2CCACD54585E}"/>
              </a:ext>
            </a:extLst>
          </p:cNvPr>
          <p:cNvSpPr/>
          <p:nvPr/>
        </p:nvSpPr>
        <p:spPr>
          <a:xfrm>
            <a:off x="457200" y="457200"/>
            <a:ext cx="11274552" cy="786384"/>
          </a:xfrm>
          <a:prstGeom prst="rect">
            <a:avLst/>
          </a:prstGeom>
          <a:solidFill>
            <a:srgbClr val="243A5E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2" name="title-5">
            <a:extLst>
              <a:ext uri="{FF2B5EF4-FFF2-40B4-BE49-F238E27FC236}">
                <a16:creationId xmlns:a16="http://schemas.microsoft.com/office/drawing/2014/main" id="{E8249304-3161-7198-4636-F63CB632E10F}"/>
              </a:ext>
            </a:extLst>
          </p:cNvPr>
          <p:cNvSpPr/>
          <p:nvPr/>
        </p:nvSpPr>
        <p:spPr>
          <a:xfrm>
            <a:off x="640080" y="475488"/>
            <a:ext cx="10908792" cy="731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 dirty="0">
                <a:solidFill>
                  <a:srgbClr val="FFFFFF"/>
                </a:solidFill>
                <a:effectLst/>
                <a:latin typeface="Segoe UI Semibold" panose="020B0702040204020203" pitchFamily="34" charset="0"/>
              </a:rPr>
              <a:t>Advantages of using containers</a:t>
            </a:r>
          </a:p>
          <a:p>
            <a:pPr algn="l">
              <a:buNone/>
            </a:pPr>
            <a:r>
              <a:rPr lang="en-US" sz="100" dirty="0">
                <a:effectLst/>
              </a:rPr>
              <a:t> </a:t>
            </a:r>
            <a:endParaRPr lang="en-US" dirty="0"/>
          </a:p>
        </p:txBody>
      </p:sp>
      <p:sp>
        <p:nvSpPr>
          <p:cNvPr id="1343" name="chapter-label-5">
            <a:extLst>
              <a:ext uri="{FF2B5EF4-FFF2-40B4-BE49-F238E27FC236}">
                <a16:creationId xmlns:a16="http://schemas.microsoft.com/office/drawing/2014/main" id="{5AAEFB25-ECCB-8127-15F2-9094F99C2A81}"/>
              </a:ext>
            </a:extLst>
          </p:cNvPr>
          <p:cNvSpPr/>
          <p:nvPr/>
        </p:nvSpPr>
        <p:spPr>
          <a:xfrm>
            <a:off x="640080" y="1389888"/>
            <a:ext cx="2194560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0078D4"/>
                </a:solidFill>
                <a:effectLst/>
                <a:latin typeface="Segoe UI Semibold" panose="020B0702040204020203" pitchFamily="34" charset="0"/>
              </a:rPr>
              <a:t>CHAPTER 1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19712E7-0073-0458-4130-5FDB74420C24}"/>
              </a:ext>
            </a:extLst>
          </p:cNvPr>
          <p:cNvSpPr txBox="1"/>
          <p:nvPr/>
        </p:nvSpPr>
        <p:spPr>
          <a:xfrm>
            <a:off x="939452" y="2367419"/>
            <a:ext cx="106094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Low hardware footprint: </a:t>
            </a:r>
            <a:r>
              <a:rPr lang="en-US" dirty="0"/>
              <a:t>Containers share the host OS, using namespaces and </a:t>
            </a:r>
            <a:r>
              <a:rPr lang="en-US" dirty="0" err="1"/>
              <a:t>cgroups</a:t>
            </a:r>
            <a:r>
              <a:rPr lang="en-US" dirty="0"/>
              <a:t> for isolation, so they consume less CPU and memory than VMs.</a:t>
            </a:r>
          </a:p>
          <a:p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077AE4-385D-6F3A-46E6-5494CAE5A3DD}"/>
              </a:ext>
            </a:extLst>
          </p:cNvPr>
          <p:cNvSpPr txBox="1"/>
          <p:nvPr/>
        </p:nvSpPr>
        <p:spPr>
          <a:xfrm>
            <a:off x="939453" y="3033096"/>
            <a:ext cx="10058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Environment isolation: </a:t>
            </a:r>
            <a:r>
              <a:rPr lang="en-US" dirty="0"/>
              <a:t>Each container has its own application dependencies and libraries, so changes to one container do not affect others.</a:t>
            </a:r>
          </a:p>
          <a:p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8D80F5-AE94-20A3-286A-0D7E29A2B6E9}"/>
              </a:ext>
            </a:extLst>
          </p:cNvPr>
          <p:cNvSpPr txBox="1"/>
          <p:nvPr/>
        </p:nvSpPr>
        <p:spPr>
          <a:xfrm>
            <a:off x="939452" y="3646874"/>
            <a:ext cx="99707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Quick deployment: </a:t>
            </a:r>
            <a:r>
              <a:rPr lang="en-US" dirty="0"/>
              <a:t>Containers start and restart quickly because they do not require a separate OS installation or reboot.</a:t>
            </a:r>
          </a:p>
          <a:p>
            <a:r>
              <a:rPr lang="en-US" b="1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AD7118-658C-D51F-1D92-21E6379DED34}"/>
              </a:ext>
            </a:extLst>
          </p:cNvPr>
          <p:cNvSpPr txBox="1"/>
          <p:nvPr/>
        </p:nvSpPr>
        <p:spPr>
          <a:xfrm>
            <a:off x="939452" y="4267098"/>
            <a:ext cx="101586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Multiple environment deployment: </a:t>
            </a:r>
            <a:r>
              <a:rPr lang="en-US" dirty="0"/>
              <a:t>Container images package the application, dependencies, and configuration, reducing differences between development, testing, and production.</a:t>
            </a:r>
          </a:p>
          <a:p>
            <a:r>
              <a:rPr lang="en-US" b="1" dirty="0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9A7186-AF26-67EB-A7B7-946FC608F552}"/>
              </a:ext>
            </a:extLst>
          </p:cNvPr>
          <p:cNvSpPr txBox="1"/>
          <p:nvPr/>
        </p:nvSpPr>
        <p:spPr>
          <a:xfrm>
            <a:off x="939453" y="4932775"/>
            <a:ext cx="10792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Reusability: </a:t>
            </a:r>
            <a:r>
              <a:rPr lang="en-US" dirty="0"/>
              <a:t>The same container image can be used repeatedly to create identical instances, such as separate database containers for development and production.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316119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8" name="header-6">
            <a:extLst>
              <a:ext uri="{FF2B5EF4-FFF2-40B4-BE49-F238E27FC236}">
                <a16:creationId xmlns:a16="http://schemas.microsoft.com/office/drawing/2014/main" id="{E823B410-3C12-B956-918A-5E6A28752D03}"/>
              </a:ext>
            </a:extLst>
          </p:cNvPr>
          <p:cNvSpPr/>
          <p:nvPr/>
        </p:nvSpPr>
        <p:spPr>
          <a:xfrm>
            <a:off x="457200" y="457200"/>
            <a:ext cx="11274552" cy="786384"/>
          </a:xfrm>
          <a:prstGeom prst="rect">
            <a:avLst/>
          </a:prstGeom>
          <a:solidFill>
            <a:srgbClr val="243A5E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0" name="title-6">
            <a:extLst>
              <a:ext uri="{FF2B5EF4-FFF2-40B4-BE49-F238E27FC236}">
                <a16:creationId xmlns:a16="http://schemas.microsoft.com/office/drawing/2014/main" id="{8B9F332B-102C-5B2A-80B8-938ED62120AC}"/>
              </a:ext>
            </a:extLst>
          </p:cNvPr>
          <p:cNvSpPr/>
          <p:nvPr/>
        </p:nvSpPr>
        <p:spPr>
          <a:xfrm>
            <a:off x="640080" y="475488"/>
            <a:ext cx="10908792" cy="731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Segoe UI Semibold" panose="020B0702040204020203" pitchFamily="34" charset="0"/>
              </a:rPr>
              <a:t>Describing Linux Container Architecture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033" name="chapter-label-6">
            <a:extLst>
              <a:ext uri="{FF2B5EF4-FFF2-40B4-BE49-F238E27FC236}">
                <a16:creationId xmlns:a16="http://schemas.microsoft.com/office/drawing/2014/main" id="{A57B1C3C-7319-C87F-798C-BCD8495DDA1D}"/>
              </a:ext>
            </a:extLst>
          </p:cNvPr>
          <p:cNvSpPr/>
          <p:nvPr/>
        </p:nvSpPr>
        <p:spPr>
          <a:xfrm>
            <a:off x="640080" y="1389888"/>
            <a:ext cx="2194560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0078D4"/>
                </a:solidFill>
                <a:effectLst/>
                <a:latin typeface="Segoe UI Semibold" panose="020B0702040204020203" pitchFamily="34" charset="0"/>
              </a:rPr>
              <a:t>CHAPTER 1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097" name="linux-feature-0">
            <a:extLst>
              <a:ext uri="{FF2B5EF4-FFF2-40B4-BE49-F238E27FC236}">
                <a16:creationId xmlns:a16="http://schemas.microsoft.com/office/drawing/2014/main" id="{28E8A027-D982-FBCC-8E89-2807DC3CA67E}"/>
              </a:ext>
            </a:extLst>
          </p:cNvPr>
          <p:cNvSpPr/>
          <p:nvPr/>
        </p:nvSpPr>
        <p:spPr>
          <a:xfrm>
            <a:off x="640080" y="1920240"/>
            <a:ext cx="5148072" cy="53035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200" b="1">
                <a:solidFill>
                  <a:srgbClr val="243A5E"/>
                </a:solidFill>
                <a:effectLst/>
                <a:latin typeface="Segoe UI Semibold" panose="020B0702040204020203" pitchFamily="34" charset="0"/>
              </a:rPr>
              <a:t>Namespaces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162" name="linux-benefit-0">
            <a:extLst>
              <a:ext uri="{FF2B5EF4-FFF2-40B4-BE49-F238E27FC236}">
                <a16:creationId xmlns:a16="http://schemas.microsoft.com/office/drawing/2014/main" id="{3ACB3227-3431-7961-F4B7-8E5FDC224FBB}"/>
              </a:ext>
            </a:extLst>
          </p:cNvPr>
          <p:cNvSpPr/>
          <p:nvPr/>
        </p:nvSpPr>
        <p:spPr>
          <a:xfrm>
            <a:off x="640080" y="2386584"/>
            <a:ext cx="5148072" cy="52120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8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Isolate views of processes, mounts</a:t>
            </a:r>
          </a:p>
          <a:p>
            <a:pPr algn="l">
              <a:buNone/>
            </a:pPr>
            <a:r>
              <a:rPr lang="en-US" sz="18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and networking.</a:t>
            </a:r>
            <a:endParaRPr lang="en-US"/>
          </a:p>
        </p:txBody>
      </p:sp>
      <p:sp>
        <p:nvSpPr>
          <p:cNvPr id="2228" name="linux-feature-1">
            <a:extLst>
              <a:ext uri="{FF2B5EF4-FFF2-40B4-BE49-F238E27FC236}">
                <a16:creationId xmlns:a16="http://schemas.microsoft.com/office/drawing/2014/main" id="{CB7FFEAB-BA43-4BE4-3EA7-F2F535B75600}"/>
              </a:ext>
            </a:extLst>
          </p:cNvPr>
          <p:cNvSpPr/>
          <p:nvPr/>
        </p:nvSpPr>
        <p:spPr>
          <a:xfrm>
            <a:off x="640080" y="2953512"/>
            <a:ext cx="5148072" cy="53035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200" b="1">
                <a:solidFill>
                  <a:srgbClr val="243A5E"/>
                </a:solidFill>
                <a:effectLst/>
                <a:latin typeface="Segoe UI Semibold" panose="020B0702040204020203" pitchFamily="34" charset="0"/>
              </a:rPr>
              <a:t>Control groups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295" name="linux-benefit-1">
            <a:extLst>
              <a:ext uri="{FF2B5EF4-FFF2-40B4-BE49-F238E27FC236}">
                <a16:creationId xmlns:a16="http://schemas.microsoft.com/office/drawing/2014/main" id="{5F86313D-4CE9-D78F-A521-E7CB23F75FCA}"/>
              </a:ext>
            </a:extLst>
          </p:cNvPr>
          <p:cNvSpPr/>
          <p:nvPr/>
        </p:nvSpPr>
        <p:spPr>
          <a:xfrm>
            <a:off x="640080" y="3419856"/>
            <a:ext cx="5148072" cy="52120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8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Manage and limit resource</a:t>
            </a:r>
          </a:p>
          <a:p>
            <a:pPr algn="l">
              <a:buNone/>
            </a:pPr>
            <a:r>
              <a:rPr lang="en-US" sz="18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consumption.</a:t>
            </a:r>
            <a:endParaRPr lang="en-US"/>
          </a:p>
        </p:txBody>
      </p:sp>
      <p:sp>
        <p:nvSpPr>
          <p:cNvPr id="2363" name="linux-feature-2">
            <a:extLst>
              <a:ext uri="{FF2B5EF4-FFF2-40B4-BE49-F238E27FC236}">
                <a16:creationId xmlns:a16="http://schemas.microsoft.com/office/drawing/2014/main" id="{20CA0E48-4773-F5F4-5164-90150FE3D1D9}"/>
              </a:ext>
            </a:extLst>
          </p:cNvPr>
          <p:cNvSpPr/>
          <p:nvPr/>
        </p:nvSpPr>
        <p:spPr>
          <a:xfrm>
            <a:off x="640080" y="3986784"/>
            <a:ext cx="5148072" cy="53035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243A5E"/>
                </a:solidFill>
                <a:latin typeface="Segoe UI Semibold" panose="020B0702040204020203" pitchFamily="34" charset="0"/>
              </a:rPr>
              <a:t>Seccomp</a:t>
            </a:r>
            <a:endParaRPr lang="en-US" sz="2200" b="1" dirty="0">
              <a:solidFill>
                <a:srgbClr val="243A5E"/>
              </a:solidFill>
              <a:effectLst/>
              <a:latin typeface="Segoe UI Semibold" panose="020B0702040204020203" pitchFamily="34" charset="0"/>
            </a:endParaRPr>
          </a:p>
          <a:p>
            <a:pPr algn="l">
              <a:buNone/>
            </a:pPr>
            <a:r>
              <a:rPr lang="en-US" sz="100" dirty="0">
                <a:effectLst/>
              </a:rPr>
              <a:t> </a:t>
            </a:r>
            <a:endParaRPr lang="en-US" dirty="0"/>
          </a:p>
        </p:txBody>
      </p:sp>
      <p:sp>
        <p:nvSpPr>
          <p:cNvPr id="2432" name="linux-benefit-2">
            <a:extLst>
              <a:ext uri="{FF2B5EF4-FFF2-40B4-BE49-F238E27FC236}">
                <a16:creationId xmlns:a16="http://schemas.microsoft.com/office/drawing/2014/main" id="{67458F6B-F6BE-DFF2-60B8-10E839318F75}"/>
              </a:ext>
            </a:extLst>
          </p:cNvPr>
          <p:cNvSpPr/>
          <p:nvPr/>
        </p:nvSpPr>
        <p:spPr>
          <a:xfrm>
            <a:off x="640080" y="4338828"/>
            <a:ext cx="5148072" cy="52120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800" dirty="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Filter permitted system calls.</a:t>
            </a:r>
          </a:p>
          <a:p>
            <a:pPr algn="l">
              <a:buNone/>
            </a:pPr>
            <a:r>
              <a:rPr lang="en-US" sz="100" dirty="0">
                <a:effectLst/>
              </a:rPr>
              <a:t> </a:t>
            </a:r>
            <a:endParaRPr lang="en-US" dirty="0"/>
          </a:p>
        </p:txBody>
      </p:sp>
      <p:sp>
        <p:nvSpPr>
          <p:cNvPr id="2573" name="linux-benefit-3">
            <a:extLst>
              <a:ext uri="{FF2B5EF4-FFF2-40B4-BE49-F238E27FC236}">
                <a16:creationId xmlns:a16="http://schemas.microsoft.com/office/drawing/2014/main" id="{C288FBF1-8D56-8C2B-167C-21D6CDF2E153}"/>
              </a:ext>
            </a:extLst>
          </p:cNvPr>
          <p:cNvSpPr/>
          <p:nvPr/>
        </p:nvSpPr>
        <p:spPr>
          <a:xfrm>
            <a:off x="640080" y="4864484"/>
            <a:ext cx="5148072" cy="52120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 b="1" dirty="0" err="1">
                <a:solidFill>
                  <a:srgbClr val="243A5E"/>
                </a:solidFill>
                <a:latin typeface="Segoe UI Semibold" panose="020B0702040204020203" pitchFamily="34" charset="0"/>
              </a:rPr>
              <a:t>SELinux</a:t>
            </a:r>
            <a:endParaRPr lang="en-US" sz="2200" dirty="0"/>
          </a:p>
        </p:txBody>
      </p:sp>
      <p:sp>
        <p:nvSpPr>
          <p:cNvPr id="2645" name="isolated-process-a">
            <a:extLst>
              <a:ext uri="{FF2B5EF4-FFF2-40B4-BE49-F238E27FC236}">
                <a16:creationId xmlns:a16="http://schemas.microsoft.com/office/drawing/2014/main" id="{9856C378-11B8-42A6-4AA3-81327F62C99E}"/>
              </a:ext>
            </a:extLst>
          </p:cNvPr>
          <p:cNvSpPr/>
          <p:nvPr/>
        </p:nvSpPr>
        <p:spPr>
          <a:xfrm>
            <a:off x="6446520" y="2240280"/>
            <a:ext cx="2359152" cy="1325880"/>
          </a:xfrm>
          <a:prstGeom prst="rect">
            <a:avLst/>
          </a:prstGeom>
          <a:solidFill>
            <a:srgbClr val="F2F2F2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000" b="1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Container A</a:t>
            </a:r>
          </a:p>
          <a:p>
            <a:pPr algn="ctr">
              <a:buNone/>
            </a:pPr>
            <a:r>
              <a:rPr lang="en-US" sz="16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Process + own writable state</a:t>
            </a:r>
            <a:endParaRPr lang="en-US"/>
          </a:p>
        </p:txBody>
      </p:sp>
      <p:sp>
        <p:nvSpPr>
          <p:cNvPr id="2718" name="isolated-process-b">
            <a:extLst>
              <a:ext uri="{FF2B5EF4-FFF2-40B4-BE49-F238E27FC236}">
                <a16:creationId xmlns:a16="http://schemas.microsoft.com/office/drawing/2014/main" id="{E774C021-3B84-5BC0-470B-895C5728AAB3}"/>
              </a:ext>
            </a:extLst>
          </p:cNvPr>
          <p:cNvSpPr/>
          <p:nvPr/>
        </p:nvSpPr>
        <p:spPr>
          <a:xfrm>
            <a:off x="9189720" y="2240280"/>
            <a:ext cx="2359152" cy="1325880"/>
          </a:xfrm>
          <a:prstGeom prst="rect">
            <a:avLst/>
          </a:prstGeom>
          <a:solidFill>
            <a:srgbClr val="F2F2F2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000" b="1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Container B</a:t>
            </a:r>
          </a:p>
          <a:p>
            <a:pPr algn="ctr">
              <a:buNone/>
            </a:pPr>
            <a:r>
              <a:rPr lang="en-US" sz="16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Process + own writable state</a:t>
            </a:r>
            <a:endParaRPr lang="en-US"/>
          </a:p>
        </p:txBody>
      </p:sp>
      <p:sp>
        <p:nvSpPr>
          <p:cNvPr id="2792" name="kernel-handoff-a">
            <a:extLst>
              <a:ext uri="{FF2B5EF4-FFF2-40B4-BE49-F238E27FC236}">
                <a16:creationId xmlns:a16="http://schemas.microsoft.com/office/drawing/2014/main" id="{B700F94E-AF05-4975-77B5-1C806AE2B4DC}"/>
              </a:ext>
            </a:extLst>
          </p:cNvPr>
          <p:cNvSpPr/>
          <p:nvPr/>
        </p:nvSpPr>
        <p:spPr>
          <a:xfrm>
            <a:off x="7315200" y="3749040"/>
            <a:ext cx="594360" cy="347472"/>
          </a:xfrm>
          <a:prstGeom prst="downArrow">
            <a:avLst/>
          </a:prstGeom>
          <a:solidFill>
            <a:srgbClr val="0078D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67" name="kernel-handoff-b">
            <a:extLst>
              <a:ext uri="{FF2B5EF4-FFF2-40B4-BE49-F238E27FC236}">
                <a16:creationId xmlns:a16="http://schemas.microsoft.com/office/drawing/2014/main" id="{266C7A6A-3CB2-111A-4D82-4FAF7652B184}"/>
              </a:ext>
            </a:extLst>
          </p:cNvPr>
          <p:cNvSpPr/>
          <p:nvPr/>
        </p:nvSpPr>
        <p:spPr>
          <a:xfrm>
            <a:off x="10058400" y="3749040"/>
            <a:ext cx="594360" cy="347472"/>
          </a:xfrm>
          <a:prstGeom prst="downArrow">
            <a:avLst/>
          </a:prstGeom>
          <a:solidFill>
            <a:srgbClr val="0078D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43" name="shared-linux-kernel">
            <a:extLst>
              <a:ext uri="{FF2B5EF4-FFF2-40B4-BE49-F238E27FC236}">
                <a16:creationId xmlns:a16="http://schemas.microsoft.com/office/drawing/2014/main" id="{B136BF44-9B31-FCD7-6687-BB9BE6C4F881}"/>
              </a:ext>
            </a:extLst>
          </p:cNvPr>
          <p:cNvSpPr/>
          <p:nvPr/>
        </p:nvSpPr>
        <p:spPr>
          <a:xfrm>
            <a:off x="6446520" y="4334256"/>
            <a:ext cx="5102352" cy="1051560"/>
          </a:xfrm>
          <a:prstGeom prst="rect">
            <a:avLst/>
          </a:prstGeom>
          <a:solidFill>
            <a:srgbClr val="0078D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200" b="1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Linux host kernel</a:t>
            </a:r>
          </a:p>
          <a:p>
            <a:pPr algn="ctr">
              <a:buNone/>
            </a:pPr>
            <a:r>
              <a:rPr lang="en-US" sz="170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Shared by both containers</a:t>
            </a:r>
            <a:endParaRPr lang="en-US"/>
          </a:p>
        </p:txBody>
      </p:sp>
      <p:sp>
        <p:nvSpPr>
          <p:cNvPr id="3020" name="isolation-limit">
            <a:extLst>
              <a:ext uri="{FF2B5EF4-FFF2-40B4-BE49-F238E27FC236}">
                <a16:creationId xmlns:a16="http://schemas.microsoft.com/office/drawing/2014/main" id="{645C91A8-6CB0-A43E-CDDC-DF61CCB14525}"/>
              </a:ext>
            </a:extLst>
          </p:cNvPr>
          <p:cNvSpPr/>
          <p:nvPr/>
        </p:nvSpPr>
        <p:spPr>
          <a:xfrm>
            <a:off x="6446520" y="5614416"/>
            <a:ext cx="5102352" cy="60350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endParaRPr lang="en-US" dirty="0"/>
          </a:p>
        </p:txBody>
      </p:sp>
      <p:sp>
        <p:nvSpPr>
          <p:cNvPr id="5" name="linux-benefit-2">
            <a:extLst>
              <a:ext uri="{FF2B5EF4-FFF2-40B4-BE49-F238E27FC236}">
                <a16:creationId xmlns:a16="http://schemas.microsoft.com/office/drawing/2014/main" id="{15F6E3A7-20AF-06EF-FABB-11AE10B0D813}"/>
              </a:ext>
            </a:extLst>
          </p:cNvPr>
          <p:cNvSpPr/>
          <p:nvPr/>
        </p:nvSpPr>
        <p:spPr>
          <a:xfrm>
            <a:off x="640080" y="5207508"/>
            <a:ext cx="5148072" cy="52120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800" dirty="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Access control system for processes</a:t>
            </a:r>
          </a:p>
          <a:p>
            <a:pPr algn="l">
              <a:buNone/>
            </a:pPr>
            <a:r>
              <a:rPr lang="en-US" sz="100" dirty="0">
                <a:effectLst/>
              </a:rPr>
              <a:t>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5672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8" name="header-7">
            <a:extLst>
              <a:ext uri="{FF2B5EF4-FFF2-40B4-BE49-F238E27FC236}">
                <a16:creationId xmlns:a16="http://schemas.microsoft.com/office/drawing/2014/main" id="{0C8B1C84-8959-F586-F24E-89731B385BF8}"/>
              </a:ext>
            </a:extLst>
          </p:cNvPr>
          <p:cNvSpPr/>
          <p:nvPr/>
        </p:nvSpPr>
        <p:spPr>
          <a:xfrm>
            <a:off x="457200" y="457200"/>
            <a:ext cx="11274552" cy="786384"/>
          </a:xfrm>
          <a:prstGeom prst="rect">
            <a:avLst/>
          </a:prstGeom>
          <a:solidFill>
            <a:srgbClr val="243A5E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77" name="title-7">
            <a:extLst>
              <a:ext uri="{FF2B5EF4-FFF2-40B4-BE49-F238E27FC236}">
                <a16:creationId xmlns:a16="http://schemas.microsoft.com/office/drawing/2014/main" id="{3D67580A-DFE0-CD5C-CFB2-48DF2A21F97D}"/>
              </a:ext>
            </a:extLst>
          </p:cNvPr>
          <p:cNvSpPr/>
          <p:nvPr/>
        </p:nvSpPr>
        <p:spPr>
          <a:xfrm>
            <a:off x="640080" y="475488"/>
            <a:ext cx="10908792" cy="731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Segoe UI Semibold" panose="020B0702040204020203" pitchFamily="34" charset="0"/>
              </a:rPr>
              <a:t>Managing Containers with Docker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257" name="chapter-label-7">
            <a:extLst>
              <a:ext uri="{FF2B5EF4-FFF2-40B4-BE49-F238E27FC236}">
                <a16:creationId xmlns:a16="http://schemas.microsoft.com/office/drawing/2014/main" id="{FCF9FD09-69D3-DBD7-6988-FD808F251A37}"/>
              </a:ext>
            </a:extLst>
          </p:cNvPr>
          <p:cNvSpPr/>
          <p:nvPr/>
        </p:nvSpPr>
        <p:spPr>
          <a:xfrm>
            <a:off x="640080" y="1389888"/>
            <a:ext cx="2194560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0078D4"/>
                </a:solidFill>
                <a:effectLst/>
                <a:latin typeface="Segoe UI Semibold" panose="020B0702040204020203" pitchFamily="34" charset="0"/>
              </a:rPr>
              <a:t>CHAPTER 1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338" name="docker-host-scope">
            <a:extLst>
              <a:ext uri="{FF2B5EF4-FFF2-40B4-BE49-F238E27FC236}">
                <a16:creationId xmlns:a16="http://schemas.microsoft.com/office/drawing/2014/main" id="{49C67DF2-18D3-B4F9-1B38-537AB44AB2CF}"/>
              </a:ext>
            </a:extLst>
          </p:cNvPr>
          <p:cNvSpPr/>
          <p:nvPr/>
        </p:nvSpPr>
        <p:spPr>
          <a:xfrm>
            <a:off x="3438144" y="1874520"/>
            <a:ext cx="8110728" cy="4206240"/>
          </a:xfrm>
          <a:prstGeom prst="rect">
            <a:avLst/>
          </a:prstGeom>
          <a:solidFill>
            <a:srgbClr val="F2F2F2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20" name="docker-host-label">
            <a:extLst>
              <a:ext uri="{FF2B5EF4-FFF2-40B4-BE49-F238E27FC236}">
                <a16:creationId xmlns:a16="http://schemas.microsoft.com/office/drawing/2014/main" id="{0E8C270E-EF9F-68E8-A986-2327AE44F47D}"/>
              </a:ext>
            </a:extLst>
          </p:cNvPr>
          <p:cNvSpPr/>
          <p:nvPr/>
        </p:nvSpPr>
        <p:spPr>
          <a:xfrm>
            <a:off x="3657600" y="1938528"/>
            <a:ext cx="7589520" cy="53035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100" b="1">
                <a:solidFill>
                  <a:srgbClr val="243A5E"/>
                </a:solidFill>
                <a:effectLst/>
                <a:latin typeface="Segoe UI Semibold" panose="020B0702040204020203" pitchFamily="34" charset="0"/>
              </a:rPr>
              <a:t>Docker host (Linux)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503" name="docker-cli">
            <a:extLst>
              <a:ext uri="{FF2B5EF4-FFF2-40B4-BE49-F238E27FC236}">
                <a16:creationId xmlns:a16="http://schemas.microsoft.com/office/drawing/2014/main" id="{F7158CED-C25F-B510-AD31-21CC1BBF2508}"/>
              </a:ext>
            </a:extLst>
          </p:cNvPr>
          <p:cNvSpPr/>
          <p:nvPr/>
        </p:nvSpPr>
        <p:spPr>
          <a:xfrm>
            <a:off x="640080" y="2624328"/>
            <a:ext cx="2148840" cy="1143000"/>
          </a:xfrm>
          <a:prstGeom prst="rect">
            <a:avLst/>
          </a:prstGeom>
          <a:solidFill>
            <a:srgbClr val="0078D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100" b="1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Docker CLI</a:t>
            </a:r>
          </a:p>
          <a:p>
            <a:pPr algn="ctr">
              <a:buNone/>
            </a:pPr>
            <a:r>
              <a:rPr lang="en-US" sz="160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Client sends requests</a:t>
            </a:r>
            <a:endParaRPr lang="en-US"/>
          </a:p>
        </p:txBody>
      </p:sp>
      <p:sp>
        <p:nvSpPr>
          <p:cNvPr id="3587" name="cli-daemon-arrow">
            <a:extLst>
              <a:ext uri="{FF2B5EF4-FFF2-40B4-BE49-F238E27FC236}">
                <a16:creationId xmlns:a16="http://schemas.microsoft.com/office/drawing/2014/main" id="{E45EA8D4-C754-B600-3D08-BB425FD02237}"/>
              </a:ext>
            </a:extLst>
          </p:cNvPr>
          <p:cNvSpPr/>
          <p:nvPr/>
        </p:nvSpPr>
        <p:spPr>
          <a:xfrm>
            <a:off x="2852928" y="3026664"/>
            <a:ext cx="466344" cy="320040"/>
          </a:xfrm>
          <a:prstGeom prst="rightArrow">
            <a:avLst/>
          </a:prstGeom>
          <a:solidFill>
            <a:srgbClr val="0078D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72" name="docker-daemon">
            <a:extLst>
              <a:ext uri="{FF2B5EF4-FFF2-40B4-BE49-F238E27FC236}">
                <a16:creationId xmlns:a16="http://schemas.microsoft.com/office/drawing/2014/main" id="{D420110D-515B-CC33-CF2E-B3C9A13BB550}"/>
              </a:ext>
            </a:extLst>
          </p:cNvPr>
          <p:cNvSpPr/>
          <p:nvPr/>
        </p:nvSpPr>
        <p:spPr>
          <a:xfrm>
            <a:off x="3657600" y="2624328"/>
            <a:ext cx="3127248" cy="1143000"/>
          </a:xfrm>
          <a:prstGeom prst="rect">
            <a:avLst/>
          </a:prstGeom>
          <a:solidFill>
            <a:srgbClr val="243A5E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100" b="1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Docker daemon</a:t>
            </a:r>
          </a:p>
          <a:p>
            <a:pPr algn="ctr">
              <a:buNone/>
            </a:pPr>
            <a:r>
              <a:rPr lang="en-US" sz="160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Engine API</a:t>
            </a:r>
          </a:p>
          <a:p>
            <a:pPr algn="ctr">
              <a:buNone/>
            </a:pPr>
            <a:r>
              <a:rPr lang="en-US" sz="160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Images, networks and volumes</a:t>
            </a:r>
            <a:endParaRPr lang="en-US"/>
          </a:p>
        </p:txBody>
      </p:sp>
      <p:sp>
        <p:nvSpPr>
          <p:cNvPr id="3758" name="daemon-runtime-arrow">
            <a:extLst>
              <a:ext uri="{FF2B5EF4-FFF2-40B4-BE49-F238E27FC236}">
                <a16:creationId xmlns:a16="http://schemas.microsoft.com/office/drawing/2014/main" id="{479D30A4-5F39-A2E7-DABE-85C9A154148C}"/>
              </a:ext>
            </a:extLst>
          </p:cNvPr>
          <p:cNvSpPr/>
          <p:nvPr/>
        </p:nvSpPr>
        <p:spPr>
          <a:xfrm>
            <a:off x="6903720" y="3026664"/>
            <a:ext cx="585216" cy="320040"/>
          </a:xfrm>
          <a:prstGeom prst="rightArrow">
            <a:avLst/>
          </a:prstGeom>
          <a:solidFill>
            <a:srgbClr val="0078D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45" name="docker-runtime">
            <a:extLst>
              <a:ext uri="{FF2B5EF4-FFF2-40B4-BE49-F238E27FC236}">
                <a16:creationId xmlns:a16="http://schemas.microsoft.com/office/drawing/2014/main" id="{F1B9DE94-5111-A7CD-DA76-16E06B0B51B1}"/>
              </a:ext>
            </a:extLst>
          </p:cNvPr>
          <p:cNvSpPr/>
          <p:nvPr/>
        </p:nvSpPr>
        <p:spPr>
          <a:xfrm>
            <a:off x="7607808" y="2624328"/>
            <a:ext cx="3712464" cy="1143000"/>
          </a:xfrm>
          <a:prstGeom prst="rect">
            <a:avLst/>
          </a:prstGeom>
          <a:solidFill>
            <a:srgbClr val="0078D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100" b="1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Container runtime</a:t>
            </a:r>
          </a:p>
          <a:p>
            <a:pPr algn="ctr">
              <a:buNone/>
            </a:pPr>
            <a:r>
              <a:rPr lang="en-US" sz="160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Starts isolated processes</a:t>
            </a:r>
            <a:endParaRPr lang="en-US"/>
          </a:p>
        </p:txBody>
      </p:sp>
      <p:sp>
        <p:nvSpPr>
          <p:cNvPr id="3933" name="image-store">
            <a:extLst>
              <a:ext uri="{FF2B5EF4-FFF2-40B4-BE49-F238E27FC236}">
                <a16:creationId xmlns:a16="http://schemas.microsoft.com/office/drawing/2014/main" id="{2E226AF3-913D-2828-9776-F41720C9B5EA}"/>
              </a:ext>
            </a:extLst>
          </p:cNvPr>
          <p:cNvSpPr/>
          <p:nvPr/>
        </p:nvSpPr>
        <p:spPr>
          <a:xfrm>
            <a:off x="3657600" y="4096512"/>
            <a:ext cx="3127248" cy="877824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000" b="1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Local image store</a:t>
            </a:r>
          </a:p>
          <a:p>
            <a:pPr algn="ctr">
              <a:buNone/>
            </a:pPr>
            <a:r>
              <a:rPr lang="en-US" sz="16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Managed by the daemon</a:t>
            </a:r>
            <a:endParaRPr lang="en-US"/>
          </a:p>
        </p:txBody>
      </p:sp>
      <p:sp>
        <p:nvSpPr>
          <p:cNvPr id="4022" name="running-container">
            <a:extLst>
              <a:ext uri="{FF2B5EF4-FFF2-40B4-BE49-F238E27FC236}">
                <a16:creationId xmlns:a16="http://schemas.microsoft.com/office/drawing/2014/main" id="{C31ECE90-161C-5959-E6D6-D320EC0CAB03}"/>
              </a:ext>
            </a:extLst>
          </p:cNvPr>
          <p:cNvSpPr/>
          <p:nvPr/>
        </p:nvSpPr>
        <p:spPr>
          <a:xfrm>
            <a:off x="7607808" y="4096512"/>
            <a:ext cx="3712464" cy="877824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000" b="1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Running containers</a:t>
            </a:r>
          </a:p>
          <a:p>
            <a:pPr algn="ctr">
              <a:buNone/>
            </a:pPr>
            <a:r>
              <a:rPr lang="en-US" sz="16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Application processes</a:t>
            </a:r>
            <a:endParaRPr lang="en-US"/>
          </a:p>
        </p:txBody>
      </p:sp>
      <p:sp>
        <p:nvSpPr>
          <p:cNvPr id="4112" name="docker-host-kernel">
            <a:extLst>
              <a:ext uri="{FF2B5EF4-FFF2-40B4-BE49-F238E27FC236}">
                <a16:creationId xmlns:a16="http://schemas.microsoft.com/office/drawing/2014/main" id="{55FB9CA8-385D-BE1A-0266-4E6B818EA43E}"/>
              </a:ext>
            </a:extLst>
          </p:cNvPr>
          <p:cNvSpPr/>
          <p:nvPr/>
        </p:nvSpPr>
        <p:spPr>
          <a:xfrm>
            <a:off x="3657600" y="5230368"/>
            <a:ext cx="7662672" cy="630936"/>
          </a:xfrm>
          <a:prstGeom prst="rect">
            <a:avLst/>
          </a:prstGeom>
          <a:solidFill>
            <a:srgbClr val="243A5E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900" b="1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Shared host kernel</a:t>
            </a:r>
          </a:p>
          <a:p>
            <a:pPr algn="ctr">
              <a:buNone/>
            </a:pPr>
            <a:r>
              <a:rPr lang="en-US" sz="150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The CLI may be on a different machine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9827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3" name="header-13">
            <a:extLst>
              <a:ext uri="{FF2B5EF4-FFF2-40B4-BE49-F238E27FC236}">
                <a16:creationId xmlns:a16="http://schemas.microsoft.com/office/drawing/2014/main" id="{5BFA9653-49A6-0174-085F-FC25ABB30EF6}"/>
              </a:ext>
            </a:extLst>
          </p:cNvPr>
          <p:cNvSpPr/>
          <p:nvPr/>
        </p:nvSpPr>
        <p:spPr>
          <a:xfrm>
            <a:off x="457200" y="457200"/>
            <a:ext cx="11274552" cy="786384"/>
          </a:xfrm>
          <a:prstGeom prst="rect">
            <a:avLst/>
          </a:prstGeom>
          <a:solidFill>
            <a:srgbClr val="243A5E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95" name="title-13">
            <a:extLst>
              <a:ext uri="{FF2B5EF4-FFF2-40B4-BE49-F238E27FC236}">
                <a16:creationId xmlns:a16="http://schemas.microsoft.com/office/drawing/2014/main" id="{D91D2309-C9EF-A35C-1DA3-8B3FDC0CA9C8}"/>
              </a:ext>
            </a:extLst>
          </p:cNvPr>
          <p:cNvSpPr/>
          <p:nvPr/>
        </p:nvSpPr>
        <p:spPr>
          <a:xfrm>
            <a:off x="640080" y="475488"/>
            <a:ext cx="10908792" cy="731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Segoe UI Semibold" panose="020B0702040204020203" pitchFamily="34" charset="0"/>
              </a:rPr>
              <a:t>Question 1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388" name="label-13">
            <a:extLst>
              <a:ext uri="{FF2B5EF4-FFF2-40B4-BE49-F238E27FC236}">
                <a16:creationId xmlns:a16="http://schemas.microsoft.com/office/drawing/2014/main" id="{9EFFA22C-DDDB-51DF-ABCA-620DA8416ACC}"/>
              </a:ext>
            </a:extLst>
          </p:cNvPr>
          <p:cNvSpPr/>
          <p:nvPr/>
        </p:nvSpPr>
        <p:spPr>
          <a:xfrm>
            <a:off x="640080" y="1389888"/>
            <a:ext cx="10908792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0078D4"/>
                </a:solidFill>
                <a:effectLst/>
                <a:latin typeface="Segoe UI Semibold" panose="020B0702040204020203" pitchFamily="34" charset="0"/>
              </a:rPr>
              <a:t>Q1  |  DISCUSSION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482" name="q1-question">
            <a:extLst>
              <a:ext uri="{FF2B5EF4-FFF2-40B4-BE49-F238E27FC236}">
                <a16:creationId xmlns:a16="http://schemas.microsoft.com/office/drawing/2014/main" id="{057D8D7C-A73A-888B-65D6-35B8DFFDD866}"/>
              </a:ext>
            </a:extLst>
          </p:cNvPr>
          <p:cNvSpPr/>
          <p:nvPr/>
        </p:nvSpPr>
        <p:spPr>
          <a:xfrm>
            <a:off x="640080" y="1847088"/>
            <a:ext cx="10908792" cy="102412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4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Which three kinds of applications can be packaged as</a:t>
            </a:r>
          </a:p>
          <a:p>
            <a:pPr algn="l">
              <a:buNone/>
            </a:pPr>
            <a:r>
              <a:rPr lang="en-US" sz="24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containers for immediate consumption? (Choose three.)</a:t>
            </a:r>
            <a:endParaRPr lang="en-US"/>
          </a:p>
        </p:txBody>
      </p:sp>
      <p:sp>
        <p:nvSpPr>
          <p:cNvPr id="4577" name="q1-option-ground-0">
            <a:extLst>
              <a:ext uri="{FF2B5EF4-FFF2-40B4-BE49-F238E27FC236}">
                <a16:creationId xmlns:a16="http://schemas.microsoft.com/office/drawing/2014/main" id="{C3A97E6C-CAC0-22B6-AC6B-AD976EECD13A}"/>
              </a:ext>
            </a:extLst>
          </p:cNvPr>
          <p:cNvSpPr/>
          <p:nvPr/>
        </p:nvSpPr>
        <p:spPr>
          <a:xfrm>
            <a:off x="640080" y="3017520"/>
            <a:ext cx="10908792" cy="484632"/>
          </a:xfrm>
          <a:prstGeom prst="rect">
            <a:avLst/>
          </a:prstGeom>
          <a:solidFill>
            <a:srgbClr val="F2F2F2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73" name="q1-option-0">
            <a:extLst>
              <a:ext uri="{FF2B5EF4-FFF2-40B4-BE49-F238E27FC236}">
                <a16:creationId xmlns:a16="http://schemas.microsoft.com/office/drawing/2014/main" id="{7E01C009-3CAF-5480-0C3E-B1E5C883B530}"/>
              </a:ext>
            </a:extLst>
          </p:cNvPr>
          <p:cNvSpPr/>
          <p:nvPr/>
        </p:nvSpPr>
        <p:spPr>
          <a:xfrm>
            <a:off x="822960" y="3040380"/>
            <a:ext cx="10543032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9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a. A virtual machine hypervisor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770" name="q1-option-1">
            <a:extLst>
              <a:ext uri="{FF2B5EF4-FFF2-40B4-BE49-F238E27FC236}">
                <a16:creationId xmlns:a16="http://schemas.microsoft.com/office/drawing/2014/main" id="{F77F6419-DECC-CD18-D8C7-15C84B606AF2}"/>
              </a:ext>
            </a:extLst>
          </p:cNvPr>
          <p:cNvSpPr/>
          <p:nvPr/>
        </p:nvSpPr>
        <p:spPr>
          <a:xfrm>
            <a:off x="822960" y="3602736"/>
            <a:ext cx="10543032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9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b. A blog software, such as WordPress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4868" name="q1-option-ground-2">
            <a:extLst>
              <a:ext uri="{FF2B5EF4-FFF2-40B4-BE49-F238E27FC236}">
                <a16:creationId xmlns:a16="http://schemas.microsoft.com/office/drawing/2014/main" id="{5D5B103E-CBC1-CE2A-F016-B04EC3DEB0C2}"/>
              </a:ext>
            </a:extLst>
          </p:cNvPr>
          <p:cNvSpPr/>
          <p:nvPr/>
        </p:nvSpPr>
        <p:spPr>
          <a:xfrm>
            <a:off x="640080" y="4142232"/>
            <a:ext cx="10908792" cy="484632"/>
          </a:xfrm>
          <a:prstGeom prst="rect">
            <a:avLst/>
          </a:prstGeom>
          <a:solidFill>
            <a:srgbClr val="F2F2F2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67" name="q1-option-2">
            <a:extLst>
              <a:ext uri="{FF2B5EF4-FFF2-40B4-BE49-F238E27FC236}">
                <a16:creationId xmlns:a16="http://schemas.microsoft.com/office/drawing/2014/main" id="{CA8507C9-F9FD-938B-88D2-797272E2163B}"/>
              </a:ext>
            </a:extLst>
          </p:cNvPr>
          <p:cNvSpPr/>
          <p:nvPr/>
        </p:nvSpPr>
        <p:spPr>
          <a:xfrm>
            <a:off x="822960" y="4165092"/>
            <a:ext cx="10543032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9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c. A database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067" name="q1-option-3">
            <a:extLst>
              <a:ext uri="{FF2B5EF4-FFF2-40B4-BE49-F238E27FC236}">
                <a16:creationId xmlns:a16="http://schemas.microsoft.com/office/drawing/2014/main" id="{60F9EDD4-B42B-E59D-734C-8CEBC88B08AB}"/>
              </a:ext>
            </a:extLst>
          </p:cNvPr>
          <p:cNvSpPr/>
          <p:nvPr/>
        </p:nvSpPr>
        <p:spPr>
          <a:xfrm>
            <a:off x="822960" y="4727448"/>
            <a:ext cx="10543032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9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d. A local file system recovery tool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168" name="q1-option-ground-4">
            <a:extLst>
              <a:ext uri="{FF2B5EF4-FFF2-40B4-BE49-F238E27FC236}">
                <a16:creationId xmlns:a16="http://schemas.microsoft.com/office/drawing/2014/main" id="{8EAB275D-2AC4-67DA-F652-EADFD598D92D}"/>
              </a:ext>
            </a:extLst>
          </p:cNvPr>
          <p:cNvSpPr/>
          <p:nvPr/>
        </p:nvSpPr>
        <p:spPr>
          <a:xfrm>
            <a:off x="640080" y="5266944"/>
            <a:ext cx="10908792" cy="484632"/>
          </a:xfrm>
          <a:prstGeom prst="rect">
            <a:avLst/>
          </a:prstGeom>
          <a:solidFill>
            <a:srgbClr val="F2F2F2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70" name="q1-option-4">
            <a:extLst>
              <a:ext uri="{FF2B5EF4-FFF2-40B4-BE49-F238E27FC236}">
                <a16:creationId xmlns:a16="http://schemas.microsoft.com/office/drawing/2014/main" id="{4F16970C-262A-D658-70B6-AE0216E85ECE}"/>
              </a:ext>
            </a:extLst>
          </p:cNvPr>
          <p:cNvSpPr/>
          <p:nvPr/>
        </p:nvSpPr>
        <p:spPr>
          <a:xfrm>
            <a:off x="822960" y="5289804"/>
            <a:ext cx="10543032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9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e. A web server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9553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3" name="header-8">
            <a:extLst>
              <a:ext uri="{FF2B5EF4-FFF2-40B4-BE49-F238E27FC236}">
                <a16:creationId xmlns:a16="http://schemas.microsoft.com/office/drawing/2014/main" id="{12E84D4A-4A5E-5E6F-0D7A-8C494C1F75F4}"/>
              </a:ext>
            </a:extLst>
          </p:cNvPr>
          <p:cNvSpPr/>
          <p:nvPr/>
        </p:nvSpPr>
        <p:spPr>
          <a:xfrm>
            <a:off x="457200" y="457200"/>
            <a:ext cx="11274552" cy="786384"/>
          </a:xfrm>
          <a:prstGeom prst="rect">
            <a:avLst/>
          </a:prstGeom>
          <a:solidFill>
            <a:srgbClr val="243A5E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77" name="title-8">
            <a:extLst>
              <a:ext uri="{FF2B5EF4-FFF2-40B4-BE49-F238E27FC236}">
                <a16:creationId xmlns:a16="http://schemas.microsoft.com/office/drawing/2014/main" id="{709DBD86-84C5-BDD1-45E7-4A90A0777629}"/>
              </a:ext>
            </a:extLst>
          </p:cNvPr>
          <p:cNvSpPr/>
          <p:nvPr/>
        </p:nvSpPr>
        <p:spPr>
          <a:xfrm>
            <a:off x="640080" y="475488"/>
            <a:ext cx="10908792" cy="731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Segoe UI Semibold" panose="020B0702040204020203" pitchFamily="34" charset="0"/>
              </a:rPr>
              <a:t>Creating Containerized Services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582" name="chapter-number-8">
            <a:extLst>
              <a:ext uri="{FF2B5EF4-FFF2-40B4-BE49-F238E27FC236}">
                <a16:creationId xmlns:a16="http://schemas.microsoft.com/office/drawing/2014/main" id="{CE022C4D-D5F4-D5FA-38D8-3BD0E8CD906F}"/>
              </a:ext>
            </a:extLst>
          </p:cNvPr>
          <p:cNvSpPr/>
          <p:nvPr/>
        </p:nvSpPr>
        <p:spPr>
          <a:xfrm>
            <a:off x="640080" y="1920240"/>
            <a:ext cx="1828800" cy="14630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7600" b="1">
                <a:solidFill>
                  <a:srgbClr val="0078D4"/>
                </a:solidFill>
                <a:effectLst/>
                <a:latin typeface="Segoe UI Semibold" panose="020B0702040204020203" pitchFamily="34" charset="0"/>
              </a:rPr>
              <a:t>02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688" name="chapter-word-8">
            <a:extLst>
              <a:ext uri="{FF2B5EF4-FFF2-40B4-BE49-F238E27FC236}">
                <a16:creationId xmlns:a16="http://schemas.microsoft.com/office/drawing/2014/main" id="{6109F2C8-0005-CB7D-EDF4-89FD245C8E03}"/>
              </a:ext>
            </a:extLst>
          </p:cNvPr>
          <p:cNvSpPr/>
          <p:nvPr/>
        </p:nvSpPr>
        <p:spPr>
          <a:xfrm>
            <a:off x="640080" y="3419856"/>
            <a:ext cx="18288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 b="1">
                <a:solidFill>
                  <a:srgbClr val="0078D4"/>
                </a:solidFill>
                <a:effectLst/>
                <a:latin typeface="Segoe UI Semibold" panose="020B0702040204020203" pitchFamily="34" charset="0"/>
              </a:rPr>
              <a:t>CHAPTER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795" name="chapter-scope-8-0">
            <a:extLst>
              <a:ext uri="{FF2B5EF4-FFF2-40B4-BE49-F238E27FC236}">
                <a16:creationId xmlns:a16="http://schemas.microsoft.com/office/drawing/2014/main" id="{DBB8C6E3-AEFE-9CE6-CE5D-5F2931844AB6}"/>
              </a:ext>
            </a:extLst>
          </p:cNvPr>
          <p:cNvSpPr/>
          <p:nvPr/>
        </p:nvSpPr>
        <p:spPr>
          <a:xfrm>
            <a:off x="2880360" y="1965960"/>
            <a:ext cx="8641080" cy="53035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300" b="1">
                <a:solidFill>
                  <a:srgbClr val="243A5E"/>
                </a:solidFill>
                <a:effectLst/>
                <a:latin typeface="Segoe UI Semibold" panose="020B0702040204020203" pitchFamily="34" charset="0"/>
              </a:rPr>
              <a:t>Fetching Container Images with Docker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5903" name="chapter-scope-8-1">
            <a:extLst>
              <a:ext uri="{FF2B5EF4-FFF2-40B4-BE49-F238E27FC236}">
                <a16:creationId xmlns:a16="http://schemas.microsoft.com/office/drawing/2014/main" id="{CED1B44D-4D54-F763-8A34-822B23E72668}"/>
              </a:ext>
            </a:extLst>
          </p:cNvPr>
          <p:cNvSpPr/>
          <p:nvPr/>
        </p:nvSpPr>
        <p:spPr>
          <a:xfrm>
            <a:off x="2880360" y="2834640"/>
            <a:ext cx="8641080" cy="53035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300" b="1">
                <a:solidFill>
                  <a:srgbClr val="243A5E"/>
                </a:solidFill>
                <a:effectLst/>
                <a:latin typeface="Segoe UI Semibold" panose="020B0702040204020203" pitchFamily="34" charset="0"/>
              </a:rPr>
              <a:t>Running and configuring containers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012" name="chapter-scope-8-2">
            <a:extLst>
              <a:ext uri="{FF2B5EF4-FFF2-40B4-BE49-F238E27FC236}">
                <a16:creationId xmlns:a16="http://schemas.microsoft.com/office/drawing/2014/main" id="{C520B58E-0D09-113C-CFD8-A2274F0854E9}"/>
              </a:ext>
            </a:extLst>
          </p:cNvPr>
          <p:cNvSpPr/>
          <p:nvPr/>
        </p:nvSpPr>
        <p:spPr>
          <a:xfrm>
            <a:off x="2880360" y="3703320"/>
            <a:ext cx="8641080" cy="53035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300" b="1" dirty="0">
                <a:solidFill>
                  <a:srgbClr val="243A5E"/>
                </a:solidFill>
                <a:effectLst/>
                <a:latin typeface="Segoe UI Semibold" panose="020B0702040204020203" pitchFamily="34" charset="0"/>
              </a:rPr>
              <a:t>Nginx demonstration</a:t>
            </a:r>
          </a:p>
          <a:p>
            <a:pPr algn="l">
              <a:buNone/>
            </a:pPr>
            <a:r>
              <a:rPr lang="en-US" sz="100" dirty="0">
                <a:effectLst/>
              </a:rPr>
              <a:t> </a:t>
            </a:r>
            <a:endParaRPr lang="en-US" dirty="0"/>
          </a:p>
        </p:txBody>
      </p:sp>
      <p:sp>
        <p:nvSpPr>
          <p:cNvPr id="6122" name="chapter-goal-8">
            <a:extLst>
              <a:ext uri="{FF2B5EF4-FFF2-40B4-BE49-F238E27FC236}">
                <a16:creationId xmlns:a16="http://schemas.microsoft.com/office/drawing/2014/main" id="{1B42573F-CE31-6DED-B4BE-AC10149CF24B}"/>
              </a:ext>
            </a:extLst>
          </p:cNvPr>
          <p:cNvSpPr/>
          <p:nvPr/>
        </p:nvSpPr>
        <p:spPr>
          <a:xfrm>
            <a:off x="2880360" y="5166360"/>
            <a:ext cx="8641080" cy="749808"/>
          </a:xfrm>
          <a:prstGeom prst="rect">
            <a:avLst/>
          </a:prstGeom>
          <a:solidFill>
            <a:srgbClr val="0078D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90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Fetch an image, then create and start a container.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472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3" name="header-9">
            <a:extLst>
              <a:ext uri="{FF2B5EF4-FFF2-40B4-BE49-F238E27FC236}">
                <a16:creationId xmlns:a16="http://schemas.microsoft.com/office/drawing/2014/main" id="{5492A888-F887-77BC-181C-21615B3EB8C1}"/>
              </a:ext>
            </a:extLst>
          </p:cNvPr>
          <p:cNvSpPr/>
          <p:nvPr/>
        </p:nvSpPr>
        <p:spPr>
          <a:xfrm>
            <a:off x="457200" y="457200"/>
            <a:ext cx="11274552" cy="786384"/>
          </a:xfrm>
          <a:prstGeom prst="rect">
            <a:avLst/>
          </a:prstGeom>
          <a:solidFill>
            <a:srgbClr val="243A5E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45" name="title-9">
            <a:extLst>
              <a:ext uri="{FF2B5EF4-FFF2-40B4-BE49-F238E27FC236}">
                <a16:creationId xmlns:a16="http://schemas.microsoft.com/office/drawing/2014/main" id="{72DAB028-5158-5D34-44E0-40D3FB81160C}"/>
              </a:ext>
            </a:extLst>
          </p:cNvPr>
          <p:cNvSpPr/>
          <p:nvPr/>
        </p:nvSpPr>
        <p:spPr>
          <a:xfrm>
            <a:off x="640080" y="475488"/>
            <a:ext cx="10908792" cy="731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Segoe UI Semibold" panose="020B0702040204020203" pitchFamily="34" charset="0"/>
              </a:rPr>
              <a:t>Image Names and Trust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458" name="chapter-label-9">
            <a:extLst>
              <a:ext uri="{FF2B5EF4-FFF2-40B4-BE49-F238E27FC236}">
                <a16:creationId xmlns:a16="http://schemas.microsoft.com/office/drawing/2014/main" id="{08486C8A-D518-D72A-4EA3-2FBF5DAABB6F}"/>
              </a:ext>
            </a:extLst>
          </p:cNvPr>
          <p:cNvSpPr/>
          <p:nvPr/>
        </p:nvSpPr>
        <p:spPr>
          <a:xfrm>
            <a:off x="640080" y="1389888"/>
            <a:ext cx="2194560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0078D4"/>
                </a:solidFill>
                <a:effectLst/>
                <a:latin typeface="Segoe UI Semibold" panose="020B0702040204020203" pitchFamily="34" charset="0"/>
              </a:rPr>
              <a:t>CHAPTER 2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6572" name="image-reference-ground">
            <a:extLst>
              <a:ext uri="{FF2B5EF4-FFF2-40B4-BE49-F238E27FC236}">
                <a16:creationId xmlns:a16="http://schemas.microsoft.com/office/drawing/2014/main" id="{93E4F861-C9BB-83D6-2E9C-D51DD4914C1C}"/>
              </a:ext>
            </a:extLst>
          </p:cNvPr>
          <p:cNvSpPr/>
          <p:nvPr/>
        </p:nvSpPr>
        <p:spPr>
          <a:xfrm>
            <a:off x="457200" y="3296289"/>
            <a:ext cx="10908792" cy="850392"/>
          </a:xfrm>
          <a:prstGeom prst="rect">
            <a:avLst/>
          </a:prstGeom>
          <a:solidFill>
            <a:srgbClr val="F2F2F2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87" name="image-reference">
            <a:extLst>
              <a:ext uri="{FF2B5EF4-FFF2-40B4-BE49-F238E27FC236}">
                <a16:creationId xmlns:a16="http://schemas.microsoft.com/office/drawing/2014/main" id="{3B7079DB-323F-1A74-62E5-3F8A29B3C8DC}"/>
              </a:ext>
            </a:extLst>
          </p:cNvPr>
          <p:cNvSpPr/>
          <p:nvPr/>
        </p:nvSpPr>
        <p:spPr>
          <a:xfrm>
            <a:off x="621792" y="3406017"/>
            <a:ext cx="10579608" cy="63093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600" dirty="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docker.io/library/</a:t>
            </a:r>
            <a:r>
              <a:rPr lang="en-US" sz="2600" dirty="0" err="1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nginx:alpine</a:t>
            </a:r>
            <a:endParaRPr lang="en-US" sz="2600" dirty="0">
              <a:solidFill>
                <a:srgbClr val="243A5E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00" dirty="0">
                <a:effectLst/>
              </a:rPr>
              <a:t> </a:t>
            </a:r>
            <a:endParaRPr lang="en-US" dirty="0"/>
          </a:p>
        </p:txBody>
      </p:sp>
      <p:sp>
        <p:nvSpPr>
          <p:cNvPr id="6803" name="official-publisher">
            <a:extLst>
              <a:ext uri="{FF2B5EF4-FFF2-40B4-BE49-F238E27FC236}">
                <a16:creationId xmlns:a16="http://schemas.microsoft.com/office/drawing/2014/main" id="{E341FA05-4F73-7B45-7C5A-4D2B99872E2F}"/>
              </a:ext>
            </a:extLst>
          </p:cNvPr>
          <p:cNvSpPr/>
          <p:nvPr/>
        </p:nvSpPr>
        <p:spPr>
          <a:xfrm>
            <a:off x="457200" y="4287672"/>
            <a:ext cx="5166360" cy="1490472"/>
          </a:xfrm>
          <a:prstGeom prst="rect">
            <a:avLst/>
          </a:prstGeom>
          <a:solidFill>
            <a:srgbClr val="F2F2F2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Official / verified</a:t>
            </a:r>
          </a:p>
          <a:p>
            <a:pPr algn="ctr">
              <a:buNone/>
            </a:pPr>
            <a:r>
              <a:rPr lang="en-US" sz="2000" dirty="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Useful provenance signals</a:t>
            </a:r>
          </a:p>
          <a:p>
            <a:pPr algn="ctr">
              <a:buNone/>
            </a:pPr>
            <a:r>
              <a:rPr lang="en-US" sz="2000" dirty="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Not a safety guarantee</a:t>
            </a:r>
            <a:endParaRPr lang="en-US" dirty="0"/>
          </a:p>
        </p:txBody>
      </p:sp>
      <p:sp>
        <p:nvSpPr>
          <p:cNvPr id="6920" name="custom-publisher">
            <a:extLst>
              <a:ext uri="{FF2B5EF4-FFF2-40B4-BE49-F238E27FC236}">
                <a16:creationId xmlns:a16="http://schemas.microsoft.com/office/drawing/2014/main" id="{6AEA7066-60E8-1916-0E94-803B00761B01}"/>
              </a:ext>
            </a:extLst>
          </p:cNvPr>
          <p:cNvSpPr/>
          <p:nvPr/>
        </p:nvSpPr>
        <p:spPr>
          <a:xfrm>
            <a:off x="6428232" y="4287672"/>
            <a:ext cx="5303520" cy="1490472"/>
          </a:xfrm>
          <a:prstGeom prst="rect">
            <a:avLst/>
          </a:prstGeom>
          <a:solidFill>
            <a:srgbClr val="F2F2F2"/>
          </a:solidFill>
          <a:ln w="12700">
            <a:solidFill>
              <a:srgbClr val="0078D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400" b="1" dirty="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Personal / custom / private</a:t>
            </a:r>
          </a:p>
          <a:p>
            <a:pPr algn="ctr">
              <a:buNone/>
            </a:pPr>
            <a:r>
              <a:rPr lang="en-US" sz="2000" dirty="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Evaluate publisher and recipe</a:t>
            </a:r>
          </a:p>
          <a:p>
            <a:pPr algn="ctr">
              <a:buNone/>
            </a:pPr>
            <a:r>
              <a:rPr lang="en-US" sz="2000" dirty="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Not inherently harmful</a:t>
            </a:r>
            <a:endParaRPr lang="en-US" dirty="0"/>
          </a:p>
        </p:txBody>
      </p:sp>
      <p:sp>
        <p:nvSpPr>
          <p:cNvPr id="7038" name="trust-evaluation">
            <a:extLst>
              <a:ext uri="{FF2B5EF4-FFF2-40B4-BE49-F238E27FC236}">
                <a16:creationId xmlns:a16="http://schemas.microsoft.com/office/drawing/2014/main" id="{61EE0317-0815-6637-9951-26E1EE75BC62}"/>
              </a:ext>
            </a:extLst>
          </p:cNvPr>
          <p:cNvSpPr/>
          <p:nvPr/>
        </p:nvSpPr>
        <p:spPr>
          <a:xfrm>
            <a:off x="498348" y="5673729"/>
            <a:ext cx="10908792" cy="1143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300" dirty="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Check origin, build recipe, update practices, privileges and</a:t>
            </a:r>
          </a:p>
          <a:p>
            <a:pPr algn="l">
              <a:buNone/>
            </a:pPr>
            <a:r>
              <a:rPr lang="en-US" sz="2300" dirty="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scanning. A mutable tag is not an immutable version.</a:t>
            </a:r>
            <a:endParaRPr lang="en-US" dirty="0"/>
          </a:p>
        </p:txBody>
      </p:sp>
      <p:sp>
        <p:nvSpPr>
          <p:cNvPr id="7" name="image-reference">
            <a:extLst>
              <a:ext uri="{FF2B5EF4-FFF2-40B4-BE49-F238E27FC236}">
                <a16:creationId xmlns:a16="http://schemas.microsoft.com/office/drawing/2014/main" id="{5339A8DC-44CB-1025-E5AA-62FDE6E2AC6B}"/>
              </a:ext>
            </a:extLst>
          </p:cNvPr>
          <p:cNvSpPr/>
          <p:nvPr/>
        </p:nvSpPr>
        <p:spPr>
          <a:xfrm>
            <a:off x="621792" y="2389118"/>
            <a:ext cx="10579608" cy="63093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600" dirty="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docker search nginx</a:t>
            </a:r>
          </a:p>
          <a:p>
            <a:r>
              <a:rPr lang="en-US" sz="2600" dirty="0">
                <a:solidFill>
                  <a:srgbClr val="243A5E"/>
                </a:solidFill>
                <a:latin typeface="Courier New" panose="02070309020205020404" pitchFamily="49" charset="0"/>
              </a:rPr>
              <a:t>docker pull nginx</a:t>
            </a:r>
          </a:p>
          <a:p>
            <a:r>
              <a:rPr lang="en-US" sz="2600" dirty="0">
                <a:solidFill>
                  <a:srgbClr val="243A5E"/>
                </a:solidFill>
                <a:latin typeface="Courier New" panose="02070309020205020404" pitchFamily="49" charset="0"/>
              </a:rPr>
              <a:t>docker images</a:t>
            </a:r>
          </a:p>
          <a:p>
            <a:pPr algn="l">
              <a:buNone/>
            </a:pPr>
            <a:endParaRPr lang="en-US" sz="2600" dirty="0">
              <a:solidFill>
                <a:srgbClr val="243A5E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00" dirty="0">
                <a:effectLst/>
              </a:rPr>
              <a:t>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99649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7" name="header-10">
            <a:extLst>
              <a:ext uri="{FF2B5EF4-FFF2-40B4-BE49-F238E27FC236}">
                <a16:creationId xmlns:a16="http://schemas.microsoft.com/office/drawing/2014/main" id="{C275FE70-BA9A-9156-E44F-CE24E3054801}"/>
              </a:ext>
            </a:extLst>
          </p:cNvPr>
          <p:cNvSpPr/>
          <p:nvPr/>
        </p:nvSpPr>
        <p:spPr>
          <a:xfrm>
            <a:off x="457200" y="457200"/>
            <a:ext cx="11274552" cy="786384"/>
          </a:xfrm>
          <a:prstGeom prst="rect">
            <a:avLst/>
          </a:prstGeom>
          <a:solidFill>
            <a:srgbClr val="243A5E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77" name="title-10">
            <a:extLst>
              <a:ext uri="{FF2B5EF4-FFF2-40B4-BE49-F238E27FC236}">
                <a16:creationId xmlns:a16="http://schemas.microsoft.com/office/drawing/2014/main" id="{BE11C8B7-761A-5162-F87C-0FD5B028788F}"/>
              </a:ext>
            </a:extLst>
          </p:cNvPr>
          <p:cNvSpPr/>
          <p:nvPr/>
        </p:nvSpPr>
        <p:spPr>
          <a:xfrm>
            <a:off x="640080" y="475488"/>
            <a:ext cx="10908792" cy="731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Segoe UI Semibold" panose="020B0702040204020203" pitchFamily="34" charset="0"/>
              </a:rPr>
              <a:t>Fetch and Run Nginx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7398" name="label-10">
            <a:extLst>
              <a:ext uri="{FF2B5EF4-FFF2-40B4-BE49-F238E27FC236}">
                <a16:creationId xmlns:a16="http://schemas.microsoft.com/office/drawing/2014/main" id="{3362CD9E-2364-5400-2421-9D8D0E268D75}"/>
              </a:ext>
            </a:extLst>
          </p:cNvPr>
          <p:cNvSpPr/>
          <p:nvPr/>
        </p:nvSpPr>
        <p:spPr>
          <a:xfrm>
            <a:off x="640080" y="1389888"/>
            <a:ext cx="10908792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 dirty="0">
                <a:solidFill>
                  <a:srgbClr val="0078D4"/>
                </a:solidFill>
                <a:effectLst/>
                <a:latin typeface="Segoe UI Semibold" panose="020B0702040204020203" pitchFamily="34" charset="0"/>
              </a:rPr>
              <a:t>PULL STORES AN IMAGE; RUN STARTS AN INSTANCE</a:t>
            </a:r>
          </a:p>
          <a:p>
            <a:pPr algn="l">
              <a:buNone/>
            </a:pPr>
            <a:r>
              <a:rPr lang="en-US" sz="100" dirty="0">
                <a:effectLst/>
              </a:rPr>
              <a:t> </a:t>
            </a:r>
            <a:endParaRPr lang="en-US" dirty="0"/>
          </a:p>
        </p:txBody>
      </p:sp>
      <p:sp>
        <p:nvSpPr>
          <p:cNvPr id="7520" name="d1-commands-ground">
            <a:extLst>
              <a:ext uri="{FF2B5EF4-FFF2-40B4-BE49-F238E27FC236}">
                <a16:creationId xmlns:a16="http://schemas.microsoft.com/office/drawing/2014/main" id="{6C454585-0B43-602D-C7E1-5232D11A2ECD}"/>
              </a:ext>
            </a:extLst>
          </p:cNvPr>
          <p:cNvSpPr/>
          <p:nvPr/>
        </p:nvSpPr>
        <p:spPr>
          <a:xfrm>
            <a:off x="640080" y="1920240"/>
            <a:ext cx="10908792" cy="3383280"/>
          </a:xfrm>
          <a:prstGeom prst="rect">
            <a:avLst/>
          </a:prstGeom>
          <a:solidFill>
            <a:srgbClr val="F2F2F2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910" name="d1-commands-corrected">
            <a:extLst>
              <a:ext uri="{FF2B5EF4-FFF2-40B4-BE49-F238E27FC236}">
                <a16:creationId xmlns:a16="http://schemas.microsoft.com/office/drawing/2014/main" id="{CF3779CF-742A-4380-723A-295786F03BD6}"/>
              </a:ext>
            </a:extLst>
          </p:cNvPr>
          <p:cNvSpPr/>
          <p:nvPr/>
        </p:nvSpPr>
        <p:spPr>
          <a:xfrm>
            <a:off x="804672" y="2029968"/>
            <a:ext cx="10579608" cy="316382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800" dirty="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docker pull </a:t>
            </a:r>
            <a:r>
              <a:rPr lang="en-US" dirty="0">
                <a:solidFill>
                  <a:srgbClr val="243A5E"/>
                </a:solidFill>
                <a:latin typeface="Courier New" panose="02070309020205020404" pitchFamily="49" charset="0"/>
              </a:rPr>
              <a:t>nginx</a:t>
            </a:r>
            <a:endParaRPr lang="en-US" sz="1800" dirty="0">
              <a:solidFill>
                <a:srgbClr val="243A5E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800" dirty="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docker images docker.io/library/nginx</a:t>
            </a:r>
          </a:p>
          <a:p>
            <a:pPr algn="l">
              <a:buNone/>
            </a:pPr>
            <a:r>
              <a:rPr lang="en-US" dirty="0">
                <a:solidFill>
                  <a:srgbClr val="243A5E"/>
                </a:solidFill>
                <a:latin typeface="Courier New" panose="02070309020205020404" pitchFamily="49" charset="0"/>
              </a:rPr>
              <a:t>docker run nginx echo ‘Hello, world!’</a:t>
            </a:r>
            <a:endParaRPr lang="en-US" sz="1800" dirty="0">
              <a:solidFill>
                <a:srgbClr val="243A5E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800" dirty="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 </a:t>
            </a:r>
          </a:p>
          <a:p>
            <a:pPr algn="l">
              <a:buNone/>
            </a:pPr>
            <a:r>
              <a:rPr lang="en-US" sz="1800" dirty="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docker run -d -p 8080 nginx</a:t>
            </a:r>
          </a:p>
          <a:p>
            <a:pPr algn="l">
              <a:buNone/>
            </a:pPr>
            <a:r>
              <a:rPr lang="en-US" sz="1800" dirty="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docker </a:t>
            </a:r>
            <a:r>
              <a:rPr lang="en-US" sz="1800" dirty="0" err="1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ps</a:t>
            </a:r>
            <a:endParaRPr lang="en-US" sz="1800" dirty="0">
              <a:solidFill>
                <a:srgbClr val="243A5E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73267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2" name="header-11">
            <a:extLst>
              <a:ext uri="{FF2B5EF4-FFF2-40B4-BE49-F238E27FC236}">
                <a16:creationId xmlns:a16="http://schemas.microsoft.com/office/drawing/2014/main" id="{20632908-77E8-1B05-5901-AFEA3E4FF066}"/>
              </a:ext>
            </a:extLst>
          </p:cNvPr>
          <p:cNvSpPr/>
          <p:nvPr/>
        </p:nvSpPr>
        <p:spPr>
          <a:xfrm>
            <a:off x="457200" y="457200"/>
            <a:ext cx="11274552" cy="786384"/>
          </a:xfrm>
          <a:prstGeom prst="rect">
            <a:avLst/>
          </a:prstGeom>
          <a:solidFill>
            <a:srgbClr val="243A5E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18" name="title-11">
            <a:extLst>
              <a:ext uri="{FF2B5EF4-FFF2-40B4-BE49-F238E27FC236}">
                <a16:creationId xmlns:a16="http://schemas.microsoft.com/office/drawing/2014/main" id="{D273151B-46F8-667C-0070-CB78B743D699}"/>
              </a:ext>
            </a:extLst>
          </p:cNvPr>
          <p:cNvSpPr/>
          <p:nvPr/>
        </p:nvSpPr>
        <p:spPr>
          <a:xfrm>
            <a:off x="640080" y="475488"/>
            <a:ext cx="10908792" cy="731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Segoe UI Semibold" panose="020B0702040204020203" pitchFamily="34" charset="0"/>
              </a:rPr>
              <a:t>Runtime Configuration Belongs to Run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145" name="chapter-label-11">
            <a:extLst>
              <a:ext uri="{FF2B5EF4-FFF2-40B4-BE49-F238E27FC236}">
                <a16:creationId xmlns:a16="http://schemas.microsoft.com/office/drawing/2014/main" id="{481FB39F-87D3-5569-F7C8-8C5999AE4E31}"/>
              </a:ext>
            </a:extLst>
          </p:cNvPr>
          <p:cNvSpPr/>
          <p:nvPr/>
        </p:nvSpPr>
        <p:spPr>
          <a:xfrm>
            <a:off x="640080" y="1389888"/>
            <a:ext cx="2194560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0078D4"/>
                </a:solidFill>
                <a:effectLst/>
                <a:latin typeface="Segoe UI Semibold" panose="020B0702040204020203" pitchFamily="34" charset="0"/>
              </a:rPr>
              <a:t>CHAPTER 2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273" name="run-flag-0">
            <a:extLst>
              <a:ext uri="{FF2B5EF4-FFF2-40B4-BE49-F238E27FC236}">
                <a16:creationId xmlns:a16="http://schemas.microsoft.com/office/drawing/2014/main" id="{1D28140A-C613-1DAC-75DA-DAE3C2C3A77B}"/>
              </a:ext>
            </a:extLst>
          </p:cNvPr>
          <p:cNvSpPr/>
          <p:nvPr/>
        </p:nvSpPr>
        <p:spPr>
          <a:xfrm>
            <a:off x="640080" y="1938528"/>
            <a:ext cx="3749040" cy="53035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200" b="1">
                <a:solidFill>
                  <a:srgbClr val="0078D4"/>
                </a:solidFill>
                <a:effectLst/>
                <a:latin typeface="Segoe UI Semibold" panose="020B0702040204020203" pitchFamily="34" charset="0"/>
              </a:rPr>
              <a:t>-d / --detach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402" name="run-behavior-0">
            <a:extLst>
              <a:ext uri="{FF2B5EF4-FFF2-40B4-BE49-F238E27FC236}">
                <a16:creationId xmlns:a16="http://schemas.microsoft.com/office/drawing/2014/main" id="{EAFC65B2-9226-3B87-935D-AB8CC7EF4018}"/>
              </a:ext>
            </a:extLst>
          </p:cNvPr>
          <p:cNvSpPr/>
          <p:nvPr/>
        </p:nvSpPr>
        <p:spPr>
          <a:xfrm>
            <a:off x="4636008" y="1938528"/>
            <a:ext cx="6912864" cy="5943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1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Run in the background and return to the</a:t>
            </a:r>
          </a:p>
          <a:p>
            <a:pPr algn="l">
              <a:buNone/>
            </a:pPr>
            <a:r>
              <a:rPr lang="en-US" sz="21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terminal.</a:t>
            </a:r>
            <a:endParaRPr lang="en-US"/>
          </a:p>
        </p:txBody>
      </p:sp>
      <p:sp>
        <p:nvSpPr>
          <p:cNvPr id="8532" name="run-flag-1">
            <a:extLst>
              <a:ext uri="{FF2B5EF4-FFF2-40B4-BE49-F238E27FC236}">
                <a16:creationId xmlns:a16="http://schemas.microsoft.com/office/drawing/2014/main" id="{884CE205-3C61-450C-5D47-DB451B3370ED}"/>
              </a:ext>
            </a:extLst>
          </p:cNvPr>
          <p:cNvSpPr/>
          <p:nvPr/>
        </p:nvSpPr>
        <p:spPr>
          <a:xfrm>
            <a:off x="640080" y="2779776"/>
            <a:ext cx="3749040" cy="53035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200" b="1">
                <a:solidFill>
                  <a:srgbClr val="0078D4"/>
                </a:solidFill>
                <a:effectLst/>
                <a:latin typeface="Segoe UI Semibold" panose="020B0702040204020203" pitchFamily="34" charset="0"/>
              </a:rPr>
              <a:t>--name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663" name="run-behavior-1">
            <a:extLst>
              <a:ext uri="{FF2B5EF4-FFF2-40B4-BE49-F238E27FC236}">
                <a16:creationId xmlns:a16="http://schemas.microsoft.com/office/drawing/2014/main" id="{FAE5B73E-FB09-11B7-A257-44EBD970E345}"/>
              </a:ext>
            </a:extLst>
          </p:cNvPr>
          <p:cNvSpPr/>
          <p:nvPr/>
        </p:nvSpPr>
        <p:spPr>
          <a:xfrm>
            <a:off x="4636008" y="2779776"/>
            <a:ext cx="6912864" cy="5943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1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Use a unique name for the container</a:t>
            </a:r>
          </a:p>
          <a:p>
            <a:pPr algn="l">
              <a:buNone/>
            </a:pPr>
            <a:r>
              <a:rPr lang="en-US" sz="21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instance.</a:t>
            </a:r>
            <a:endParaRPr lang="en-US"/>
          </a:p>
        </p:txBody>
      </p:sp>
      <p:sp>
        <p:nvSpPr>
          <p:cNvPr id="8795" name="run-flag-2">
            <a:extLst>
              <a:ext uri="{FF2B5EF4-FFF2-40B4-BE49-F238E27FC236}">
                <a16:creationId xmlns:a16="http://schemas.microsoft.com/office/drawing/2014/main" id="{0B016063-2333-1F84-5C02-1E7AD3587017}"/>
              </a:ext>
            </a:extLst>
          </p:cNvPr>
          <p:cNvSpPr/>
          <p:nvPr/>
        </p:nvSpPr>
        <p:spPr>
          <a:xfrm>
            <a:off x="640080" y="3621024"/>
            <a:ext cx="3749040" cy="53035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200" b="1">
                <a:solidFill>
                  <a:srgbClr val="0078D4"/>
                </a:solidFill>
                <a:effectLst/>
                <a:latin typeface="Segoe UI Semibold" panose="020B0702040204020203" pitchFamily="34" charset="0"/>
              </a:rPr>
              <a:t>-it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928" name="run-behavior-2">
            <a:extLst>
              <a:ext uri="{FF2B5EF4-FFF2-40B4-BE49-F238E27FC236}">
                <a16:creationId xmlns:a16="http://schemas.microsoft.com/office/drawing/2014/main" id="{F3E1C9F3-0703-223A-7DA2-775CFC9BA436}"/>
              </a:ext>
            </a:extLst>
          </p:cNvPr>
          <p:cNvSpPr/>
          <p:nvPr/>
        </p:nvSpPr>
        <p:spPr>
          <a:xfrm>
            <a:off x="4636008" y="3621024"/>
            <a:ext cx="6912864" cy="5943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1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Keep input open and allocate a terminal</a:t>
            </a:r>
          </a:p>
          <a:p>
            <a:pPr algn="l">
              <a:buNone/>
            </a:pPr>
            <a:r>
              <a:rPr lang="en-US" sz="21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when needed.</a:t>
            </a:r>
            <a:endParaRPr lang="en-US"/>
          </a:p>
        </p:txBody>
      </p:sp>
      <p:sp>
        <p:nvSpPr>
          <p:cNvPr id="9062" name="run-flag-3">
            <a:extLst>
              <a:ext uri="{FF2B5EF4-FFF2-40B4-BE49-F238E27FC236}">
                <a16:creationId xmlns:a16="http://schemas.microsoft.com/office/drawing/2014/main" id="{DA8C014F-14CD-5054-0897-9D7C75BDC65C}"/>
              </a:ext>
            </a:extLst>
          </p:cNvPr>
          <p:cNvSpPr/>
          <p:nvPr/>
        </p:nvSpPr>
        <p:spPr>
          <a:xfrm>
            <a:off x="640080" y="4462272"/>
            <a:ext cx="3749040" cy="53035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200" b="1">
                <a:solidFill>
                  <a:srgbClr val="0078D4"/>
                </a:solidFill>
                <a:effectLst/>
                <a:latin typeface="Segoe UI Semibold" panose="020B0702040204020203" pitchFamily="34" charset="0"/>
              </a:rPr>
              <a:t>-e COURSE_MODE=demo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197" name="run-behavior-3">
            <a:extLst>
              <a:ext uri="{FF2B5EF4-FFF2-40B4-BE49-F238E27FC236}">
                <a16:creationId xmlns:a16="http://schemas.microsoft.com/office/drawing/2014/main" id="{12C61B72-A00F-2D83-B3ED-63A361D758EE}"/>
              </a:ext>
            </a:extLst>
          </p:cNvPr>
          <p:cNvSpPr/>
          <p:nvPr/>
        </p:nvSpPr>
        <p:spPr>
          <a:xfrm>
            <a:off x="4636008" y="4462272"/>
            <a:ext cx="6912864" cy="5943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1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Set non-secret runtime environment;</a:t>
            </a:r>
          </a:p>
          <a:p>
            <a:pPr algn="l">
              <a:buNone/>
            </a:pPr>
            <a:r>
              <a:rPr lang="en-US" sz="21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inspect it explicitly.</a:t>
            </a:r>
            <a:endParaRPr lang="en-US"/>
          </a:p>
        </p:txBody>
      </p:sp>
      <p:sp>
        <p:nvSpPr>
          <p:cNvPr id="9333" name="runtime-env-limit">
            <a:extLst>
              <a:ext uri="{FF2B5EF4-FFF2-40B4-BE49-F238E27FC236}">
                <a16:creationId xmlns:a16="http://schemas.microsoft.com/office/drawing/2014/main" id="{8EE4F2BD-6496-1546-A324-0BAB1BA99C74}"/>
              </a:ext>
            </a:extLst>
          </p:cNvPr>
          <p:cNvSpPr/>
          <p:nvPr/>
        </p:nvSpPr>
        <p:spPr>
          <a:xfrm>
            <a:off x="640080" y="5660136"/>
            <a:ext cx="10908792" cy="566928"/>
          </a:xfrm>
          <a:prstGeom prst="rect">
            <a:avLst/>
          </a:prstGeom>
          <a:solidFill>
            <a:srgbClr val="0078D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90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-e is not a pull option. An application must consume a variable for it</a:t>
            </a:r>
          </a:p>
          <a:p>
            <a:pPr algn="l">
              <a:buNone/>
            </a:pPr>
            <a:r>
              <a:rPr lang="en-US" sz="190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to change behavior.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156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D0BC2-3215-9DBE-EF2A-DF69246C5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header-1">
            <a:extLst>
              <a:ext uri="{FF2B5EF4-FFF2-40B4-BE49-F238E27FC236}">
                <a16:creationId xmlns:a16="http://schemas.microsoft.com/office/drawing/2014/main" id="{F35C2561-A80D-6931-13A8-7F60AD6AF32C}"/>
              </a:ext>
            </a:extLst>
          </p:cNvPr>
          <p:cNvSpPr/>
          <p:nvPr/>
        </p:nvSpPr>
        <p:spPr>
          <a:xfrm>
            <a:off x="457200" y="457200"/>
            <a:ext cx="11274552" cy="786384"/>
          </a:xfrm>
          <a:prstGeom prst="rect">
            <a:avLst/>
          </a:prstGeom>
          <a:solidFill>
            <a:srgbClr val="243A5E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itle-1">
            <a:extLst>
              <a:ext uri="{FF2B5EF4-FFF2-40B4-BE49-F238E27FC236}">
                <a16:creationId xmlns:a16="http://schemas.microsoft.com/office/drawing/2014/main" id="{48CD2844-647B-B8AE-32F1-9EC9816BE58F}"/>
              </a:ext>
            </a:extLst>
          </p:cNvPr>
          <p:cNvSpPr/>
          <p:nvPr/>
        </p:nvSpPr>
        <p:spPr>
          <a:xfrm>
            <a:off x="640080" y="475488"/>
            <a:ext cx="10908792" cy="731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 dirty="0">
                <a:solidFill>
                  <a:srgbClr val="FFFFFF"/>
                </a:solidFill>
                <a:latin typeface="Segoe UI Semibold" panose="020B0702040204020203" pitchFamily="34" charset="0"/>
              </a:rPr>
              <a:t>Course materials</a:t>
            </a:r>
            <a:endParaRPr lang="en-US" sz="3000" b="1" dirty="0">
              <a:solidFill>
                <a:srgbClr val="FFFFFF"/>
              </a:solidFill>
              <a:effectLst/>
              <a:latin typeface="Segoe UI Semibold" panose="020B0702040204020203" pitchFamily="34" charset="0"/>
            </a:endParaRPr>
          </a:p>
          <a:p>
            <a:pPr algn="l">
              <a:buNone/>
            </a:pPr>
            <a:r>
              <a:rPr lang="en-US" sz="100" dirty="0">
                <a:effectLst/>
              </a:rPr>
              <a:t> </a:t>
            </a:r>
            <a:endParaRPr lang="en-US" dirty="0"/>
          </a:p>
        </p:txBody>
      </p:sp>
      <p:sp>
        <p:nvSpPr>
          <p:cNvPr id="23" name="label-1">
            <a:extLst>
              <a:ext uri="{FF2B5EF4-FFF2-40B4-BE49-F238E27FC236}">
                <a16:creationId xmlns:a16="http://schemas.microsoft.com/office/drawing/2014/main" id="{91BAD29F-DF34-9368-EB10-0612B0F0A67E}"/>
              </a:ext>
            </a:extLst>
          </p:cNvPr>
          <p:cNvSpPr/>
          <p:nvPr/>
        </p:nvSpPr>
        <p:spPr>
          <a:xfrm>
            <a:off x="640080" y="1389888"/>
            <a:ext cx="10908792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 dirty="0">
                <a:solidFill>
                  <a:srgbClr val="0078D4"/>
                </a:solidFill>
                <a:effectLst/>
                <a:latin typeface="Segoe UI Semibold" panose="020B0702040204020203" pitchFamily="34" charset="0"/>
              </a:rPr>
              <a:t>CONTAINER FOUNDATIONS</a:t>
            </a:r>
          </a:p>
          <a:p>
            <a:pPr algn="l">
              <a:buNone/>
            </a:pPr>
            <a:r>
              <a:rPr lang="en-US" sz="100" dirty="0">
                <a:effectLst/>
              </a:rPr>
              <a:t> </a:t>
            </a:r>
            <a:endParaRPr lang="en-US" dirty="0"/>
          </a:p>
        </p:txBody>
      </p:sp>
      <p:sp>
        <p:nvSpPr>
          <p:cNvPr id="27" name="agenda-row-0">
            <a:extLst>
              <a:ext uri="{FF2B5EF4-FFF2-40B4-BE49-F238E27FC236}">
                <a16:creationId xmlns:a16="http://schemas.microsoft.com/office/drawing/2014/main" id="{8D0F888E-D2F2-0532-2276-D941D91F52C5}"/>
              </a:ext>
            </a:extLst>
          </p:cNvPr>
          <p:cNvSpPr/>
          <p:nvPr/>
        </p:nvSpPr>
        <p:spPr>
          <a:xfrm>
            <a:off x="640080" y="1930908"/>
            <a:ext cx="10908792" cy="475488"/>
          </a:xfrm>
          <a:prstGeom prst="rect">
            <a:avLst/>
          </a:prstGeom>
          <a:solidFill>
            <a:srgbClr val="F2F2F2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hlinkClick r:id="rId3"/>
              </a:rPr>
              <a:t>https://github.com/edninja08/aks-workshop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2" name="agenda-time-0">
            <a:extLst>
              <a:ext uri="{FF2B5EF4-FFF2-40B4-BE49-F238E27FC236}">
                <a16:creationId xmlns:a16="http://schemas.microsoft.com/office/drawing/2014/main" id="{C3E4C1B0-CFF4-64F6-EC2E-631493FC5FF1}"/>
              </a:ext>
            </a:extLst>
          </p:cNvPr>
          <p:cNvSpPr/>
          <p:nvPr/>
        </p:nvSpPr>
        <p:spPr>
          <a:xfrm>
            <a:off x="768095" y="1888236"/>
            <a:ext cx="2530275" cy="4480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b="1" dirty="0">
                <a:solidFill>
                  <a:srgbClr val="243A5E"/>
                </a:solidFill>
                <a:latin typeface="+mj-lt"/>
              </a:rPr>
              <a:t>GIT</a:t>
            </a:r>
            <a:r>
              <a:rPr lang="en-US" sz="100" dirty="0">
                <a:effectLst/>
                <a:latin typeface="+mj-lt"/>
              </a:rPr>
              <a:t> </a:t>
            </a:r>
            <a:endParaRPr lang="en-US" dirty="0">
              <a:latin typeface="+mj-lt"/>
            </a:endParaRPr>
          </a:p>
        </p:txBody>
      </p:sp>
      <p:sp>
        <p:nvSpPr>
          <p:cNvPr id="45" name="agenda-time-1">
            <a:extLst>
              <a:ext uri="{FF2B5EF4-FFF2-40B4-BE49-F238E27FC236}">
                <a16:creationId xmlns:a16="http://schemas.microsoft.com/office/drawing/2014/main" id="{1FFE0358-7779-C5BC-E9B7-AA57669E76C6}"/>
              </a:ext>
            </a:extLst>
          </p:cNvPr>
          <p:cNvSpPr/>
          <p:nvPr/>
        </p:nvSpPr>
        <p:spPr>
          <a:xfrm>
            <a:off x="768096" y="2400300"/>
            <a:ext cx="1865376" cy="4480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243A5E"/>
                </a:solidFill>
              </a:rPr>
              <a:t>Lab URL	</a:t>
            </a:r>
            <a:r>
              <a:rPr lang="en-US" sz="100" dirty="0"/>
              <a:t> </a:t>
            </a:r>
            <a:endParaRPr lang="en-US" dirty="0"/>
          </a:p>
        </p:txBody>
      </p:sp>
      <p:sp>
        <p:nvSpPr>
          <p:cNvPr id="62" name="agenda-row-2">
            <a:extLst>
              <a:ext uri="{FF2B5EF4-FFF2-40B4-BE49-F238E27FC236}">
                <a16:creationId xmlns:a16="http://schemas.microsoft.com/office/drawing/2014/main" id="{B883D62C-E207-519A-6E68-A16536CA7AC1}"/>
              </a:ext>
            </a:extLst>
          </p:cNvPr>
          <p:cNvSpPr/>
          <p:nvPr/>
        </p:nvSpPr>
        <p:spPr>
          <a:xfrm>
            <a:off x="640080" y="2898648"/>
            <a:ext cx="10908792" cy="475488"/>
          </a:xfrm>
          <a:prstGeom prst="rect">
            <a:avLst/>
          </a:prstGeom>
          <a:solidFill>
            <a:srgbClr val="F2F2F2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agenda-time-2">
            <a:extLst>
              <a:ext uri="{FF2B5EF4-FFF2-40B4-BE49-F238E27FC236}">
                <a16:creationId xmlns:a16="http://schemas.microsoft.com/office/drawing/2014/main" id="{D8A29993-EA33-4D46-872B-4A57DBABD310}"/>
              </a:ext>
            </a:extLst>
          </p:cNvPr>
          <p:cNvSpPr/>
          <p:nvPr/>
        </p:nvSpPr>
        <p:spPr>
          <a:xfrm>
            <a:off x="768096" y="2912364"/>
            <a:ext cx="1865376" cy="4480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00" dirty="0">
                <a:effectLst/>
              </a:rPr>
              <a:t> </a:t>
            </a:r>
            <a:endParaRPr lang="en-US" dirty="0"/>
          </a:p>
        </p:txBody>
      </p:sp>
      <p:sp>
        <p:nvSpPr>
          <p:cNvPr id="317" name="agenda-pacing">
            <a:extLst>
              <a:ext uri="{FF2B5EF4-FFF2-40B4-BE49-F238E27FC236}">
                <a16:creationId xmlns:a16="http://schemas.microsoft.com/office/drawing/2014/main" id="{E9AA52AC-C6A7-883C-64B3-85DDD3AAD87E}"/>
              </a:ext>
            </a:extLst>
          </p:cNvPr>
          <p:cNvSpPr/>
          <p:nvPr/>
        </p:nvSpPr>
        <p:spPr>
          <a:xfrm>
            <a:off x="640080" y="6062472"/>
            <a:ext cx="10908792" cy="33832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00" dirty="0">
                <a:effectLst/>
              </a:rPr>
              <a:t> 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768084-663C-2901-6875-22AE65878378}"/>
              </a:ext>
            </a:extLst>
          </p:cNvPr>
          <p:cNvSpPr txBox="1"/>
          <p:nvPr/>
        </p:nvSpPr>
        <p:spPr>
          <a:xfrm>
            <a:off x="3962400" y="2951726"/>
            <a:ext cx="3439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94F635FF3A4F4D42</a:t>
            </a:r>
          </a:p>
        </p:txBody>
      </p:sp>
      <p:sp>
        <p:nvSpPr>
          <p:cNvPr id="7" name="agenda-time-1">
            <a:extLst>
              <a:ext uri="{FF2B5EF4-FFF2-40B4-BE49-F238E27FC236}">
                <a16:creationId xmlns:a16="http://schemas.microsoft.com/office/drawing/2014/main" id="{5D05CDFD-3880-8E5A-3CD8-02B3D73D2114}"/>
              </a:ext>
            </a:extLst>
          </p:cNvPr>
          <p:cNvSpPr/>
          <p:nvPr/>
        </p:nvSpPr>
        <p:spPr>
          <a:xfrm>
            <a:off x="768096" y="2921508"/>
            <a:ext cx="1865376" cy="4480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243A5E"/>
                </a:solidFill>
              </a:rPr>
              <a:t>Training Key	</a:t>
            </a:r>
            <a:r>
              <a:rPr lang="en-US" sz="100" dirty="0"/>
              <a:t> 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5582DD-6531-95CB-70E2-EA047A98C668}"/>
              </a:ext>
            </a:extLst>
          </p:cNvPr>
          <p:cNvSpPr txBox="1"/>
          <p:nvPr/>
        </p:nvSpPr>
        <p:spPr>
          <a:xfrm>
            <a:off x="3962400" y="2442710"/>
            <a:ext cx="3207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4" tooltip="Original URL: https://aka.ms/LearningCampus. Click or tap if you trust this link."/>
              </a:rPr>
              <a:t>https://aka.ms/LearningCampus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2571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header-2">
            <a:extLst>
              <a:ext uri="{FF2B5EF4-FFF2-40B4-BE49-F238E27FC236}">
                <a16:creationId xmlns:a16="http://schemas.microsoft.com/office/drawing/2014/main" id="{9DC3CF90-F86D-74F9-EB70-916A4FE1BA2A}"/>
              </a:ext>
            </a:extLst>
          </p:cNvPr>
          <p:cNvSpPr/>
          <p:nvPr/>
        </p:nvSpPr>
        <p:spPr>
          <a:xfrm>
            <a:off x="457200" y="457200"/>
            <a:ext cx="11274552" cy="786384"/>
          </a:xfrm>
          <a:prstGeom prst="rect">
            <a:avLst/>
          </a:prstGeom>
          <a:solidFill>
            <a:srgbClr val="243A5E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8" name="title-2">
            <a:extLst>
              <a:ext uri="{FF2B5EF4-FFF2-40B4-BE49-F238E27FC236}">
                <a16:creationId xmlns:a16="http://schemas.microsoft.com/office/drawing/2014/main" id="{2709B004-84E5-3E1E-7C11-BAA7A88788FF}"/>
              </a:ext>
            </a:extLst>
          </p:cNvPr>
          <p:cNvSpPr/>
          <p:nvPr/>
        </p:nvSpPr>
        <p:spPr>
          <a:xfrm>
            <a:off x="640080" y="475488"/>
            <a:ext cx="10908792" cy="731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Segoe UI Semibold" panose="020B0702040204020203" pitchFamily="34" charset="0"/>
              </a:rPr>
              <a:t>Get the Docker Terminal Ready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395" name="label-2">
            <a:extLst>
              <a:ext uri="{FF2B5EF4-FFF2-40B4-BE49-F238E27FC236}">
                <a16:creationId xmlns:a16="http://schemas.microsoft.com/office/drawing/2014/main" id="{695BDBB0-2D8D-8CC0-C3EF-4C160D15423C}"/>
              </a:ext>
            </a:extLst>
          </p:cNvPr>
          <p:cNvSpPr/>
          <p:nvPr/>
        </p:nvSpPr>
        <p:spPr>
          <a:xfrm>
            <a:off x="640080" y="1389888"/>
            <a:ext cx="10908792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 dirty="0">
                <a:solidFill>
                  <a:srgbClr val="0078D4"/>
                </a:solidFill>
                <a:effectLst/>
                <a:latin typeface="Segoe UI Semibold" panose="020B0702040204020203" pitchFamily="34" charset="0"/>
              </a:rPr>
              <a:t>USE THE WORKSHOP LAB TERMINAL (POWERSHELL)</a:t>
            </a:r>
          </a:p>
          <a:p>
            <a:pPr algn="l">
              <a:buNone/>
            </a:pPr>
            <a:r>
              <a:rPr lang="en-US" sz="100" dirty="0">
                <a:effectLst/>
              </a:rPr>
              <a:t> </a:t>
            </a:r>
            <a:endParaRPr lang="en-US" dirty="0"/>
          </a:p>
        </p:txBody>
      </p:sp>
      <p:sp>
        <p:nvSpPr>
          <p:cNvPr id="423" name="d0-server-ground">
            <a:extLst>
              <a:ext uri="{FF2B5EF4-FFF2-40B4-BE49-F238E27FC236}">
                <a16:creationId xmlns:a16="http://schemas.microsoft.com/office/drawing/2014/main" id="{9A344E00-FF6B-4299-3ED3-9E1C82EC6120}"/>
              </a:ext>
            </a:extLst>
          </p:cNvPr>
          <p:cNvSpPr/>
          <p:nvPr/>
        </p:nvSpPr>
        <p:spPr>
          <a:xfrm>
            <a:off x="640080" y="1920240"/>
            <a:ext cx="10908792" cy="1371600"/>
          </a:xfrm>
          <a:prstGeom prst="rect">
            <a:avLst/>
          </a:prstGeom>
          <a:solidFill>
            <a:srgbClr val="F2F2F2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2" name="d0-server">
            <a:extLst>
              <a:ext uri="{FF2B5EF4-FFF2-40B4-BE49-F238E27FC236}">
                <a16:creationId xmlns:a16="http://schemas.microsoft.com/office/drawing/2014/main" id="{39DF9F43-7EFF-92B2-6462-64A5723D823D}"/>
              </a:ext>
            </a:extLst>
          </p:cNvPr>
          <p:cNvSpPr/>
          <p:nvPr/>
        </p:nvSpPr>
        <p:spPr>
          <a:xfrm>
            <a:off x="804672" y="2029968"/>
            <a:ext cx="10579608" cy="115214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800" dirty="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docker version</a:t>
            </a:r>
          </a:p>
          <a:p>
            <a:pPr algn="l">
              <a:buNone/>
            </a:pPr>
            <a:r>
              <a:rPr lang="en-US" sz="1800" dirty="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docker info --format "{{.</a:t>
            </a:r>
            <a:r>
              <a:rPr lang="en-US" sz="1800" dirty="0" err="1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OSType</a:t>
            </a:r>
            <a:r>
              <a:rPr lang="en-US" sz="1800" dirty="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}}"</a:t>
            </a:r>
          </a:p>
          <a:p>
            <a:pPr algn="l">
              <a:buNone/>
            </a:pPr>
            <a:r>
              <a:rPr lang="en-US" sz="1800" dirty="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docker context show</a:t>
            </a:r>
            <a:endParaRPr lang="en-US" dirty="0"/>
          </a:p>
        </p:txBody>
      </p:sp>
      <p:sp>
        <p:nvSpPr>
          <p:cNvPr id="482" name="d0-folder-ground">
            <a:extLst>
              <a:ext uri="{FF2B5EF4-FFF2-40B4-BE49-F238E27FC236}">
                <a16:creationId xmlns:a16="http://schemas.microsoft.com/office/drawing/2014/main" id="{E9B933A3-BEEF-8570-6713-70B080F634E8}"/>
              </a:ext>
            </a:extLst>
          </p:cNvPr>
          <p:cNvSpPr/>
          <p:nvPr/>
        </p:nvSpPr>
        <p:spPr>
          <a:xfrm>
            <a:off x="640080" y="3520440"/>
            <a:ext cx="10908792" cy="1645920"/>
          </a:xfrm>
          <a:prstGeom prst="rect">
            <a:avLst/>
          </a:prstGeom>
          <a:solidFill>
            <a:srgbClr val="F2F2F2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3" name="d0-folder">
            <a:extLst>
              <a:ext uri="{FF2B5EF4-FFF2-40B4-BE49-F238E27FC236}">
                <a16:creationId xmlns:a16="http://schemas.microsoft.com/office/drawing/2014/main" id="{ED8E96A1-2AC4-A891-4076-0C7581FADB36}"/>
              </a:ext>
            </a:extLst>
          </p:cNvPr>
          <p:cNvSpPr/>
          <p:nvPr/>
        </p:nvSpPr>
        <p:spPr>
          <a:xfrm>
            <a:off x="804672" y="3630168"/>
            <a:ext cx="10579608" cy="142646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80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mkdir -p "$HOME/container-foundations"</a:t>
            </a:r>
          </a:p>
          <a:p>
            <a:pPr algn="l">
              <a:buNone/>
            </a:pPr>
            <a:r>
              <a:rPr lang="en-US" sz="180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cd "$HOME/container-foundations"</a:t>
            </a:r>
          </a:p>
          <a:p>
            <a:pPr algn="l">
              <a:buNone/>
            </a:pPr>
            <a:r>
              <a:rPr lang="en-US" sz="180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export BASE_IMAGE='docker.io/library/nginx:alpine'</a:t>
            </a:r>
          </a:p>
          <a:p>
            <a:pPr algn="l">
              <a:buNone/>
            </a:pPr>
            <a:r>
              <a:rPr lang="en-US" sz="180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pwd</a:t>
            </a:r>
            <a:endParaRPr lang="en-US"/>
          </a:p>
        </p:txBody>
      </p:sp>
      <p:sp>
        <p:nvSpPr>
          <p:cNvPr id="545" name="d0-checkpoint">
            <a:extLst>
              <a:ext uri="{FF2B5EF4-FFF2-40B4-BE49-F238E27FC236}">
                <a16:creationId xmlns:a16="http://schemas.microsoft.com/office/drawing/2014/main" id="{892AF92E-311A-DA60-B0AC-D79060791A7E}"/>
              </a:ext>
            </a:extLst>
          </p:cNvPr>
          <p:cNvSpPr/>
          <p:nvPr/>
        </p:nvSpPr>
        <p:spPr>
          <a:xfrm>
            <a:off x="640080" y="5431536"/>
            <a:ext cx="10908792" cy="777240"/>
          </a:xfrm>
          <a:prstGeom prst="rect">
            <a:avLst/>
          </a:prstGeom>
          <a:solidFill>
            <a:srgbClr val="0078D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90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EXPECTED: Client and Server are reachable; engine OS is linux. Pause on</a:t>
            </a:r>
          </a:p>
          <a:p>
            <a:pPr algn="l">
              <a:buNone/>
            </a:pPr>
            <a:r>
              <a:rPr lang="en-US" sz="190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permission or server errors.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5042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0" name="header-12">
            <a:extLst>
              <a:ext uri="{FF2B5EF4-FFF2-40B4-BE49-F238E27FC236}">
                <a16:creationId xmlns:a16="http://schemas.microsoft.com/office/drawing/2014/main" id="{93A9AA82-7C66-81DF-D6EA-34926573BA37}"/>
              </a:ext>
            </a:extLst>
          </p:cNvPr>
          <p:cNvSpPr/>
          <p:nvPr/>
        </p:nvSpPr>
        <p:spPr>
          <a:xfrm>
            <a:off x="457200" y="457200"/>
            <a:ext cx="11274552" cy="786384"/>
          </a:xfrm>
          <a:prstGeom prst="rect">
            <a:avLst/>
          </a:prstGeom>
          <a:solidFill>
            <a:srgbClr val="243A5E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08" name="title-12">
            <a:extLst>
              <a:ext uri="{FF2B5EF4-FFF2-40B4-BE49-F238E27FC236}">
                <a16:creationId xmlns:a16="http://schemas.microsoft.com/office/drawing/2014/main" id="{88F9BC5A-CC36-783C-7651-E54C07634579}"/>
              </a:ext>
            </a:extLst>
          </p:cNvPr>
          <p:cNvSpPr/>
          <p:nvPr/>
        </p:nvSpPr>
        <p:spPr>
          <a:xfrm>
            <a:off x="640080" y="475488"/>
            <a:ext cx="10908792" cy="731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Segoe UI Semibold" panose="020B0702040204020203" pitchFamily="34" charset="0"/>
              </a:rPr>
              <a:t>Docker, Podman and Rootless Containers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747" name="chapter-label-12">
            <a:extLst>
              <a:ext uri="{FF2B5EF4-FFF2-40B4-BE49-F238E27FC236}">
                <a16:creationId xmlns:a16="http://schemas.microsoft.com/office/drawing/2014/main" id="{61CD39A7-46F3-4F9D-8D94-1D2413603DF1}"/>
              </a:ext>
            </a:extLst>
          </p:cNvPr>
          <p:cNvSpPr/>
          <p:nvPr/>
        </p:nvSpPr>
        <p:spPr>
          <a:xfrm>
            <a:off x="640080" y="1389888"/>
            <a:ext cx="2194560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0078D4"/>
                </a:solidFill>
                <a:effectLst/>
                <a:latin typeface="Segoe UI Semibold" panose="020B0702040204020203" pitchFamily="34" charset="0"/>
              </a:rPr>
              <a:t>CHAPTER 2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9887" name="docker-comparison">
            <a:extLst>
              <a:ext uri="{FF2B5EF4-FFF2-40B4-BE49-F238E27FC236}">
                <a16:creationId xmlns:a16="http://schemas.microsoft.com/office/drawing/2014/main" id="{5EDD157E-EAF6-470C-6FEE-EA07442D721C}"/>
              </a:ext>
            </a:extLst>
          </p:cNvPr>
          <p:cNvSpPr/>
          <p:nvPr/>
        </p:nvSpPr>
        <p:spPr>
          <a:xfrm>
            <a:off x="640080" y="1965960"/>
            <a:ext cx="5166360" cy="1517904"/>
          </a:xfrm>
          <a:prstGeom prst="rect">
            <a:avLst/>
          </a:prstGeom>
          <a:solidFill>
            <a:srgbClr val="F2F2F2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400" b="1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Docker Engine</a:t>
            </a:r>
          </a:p>
          <a:p>
            <a:pPr algn="ctr">
              <a:buNone/>
            </a:pPr>
            <a:r>
              <a:rPr lang="en-US" sz="21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Client / API / daemon</a:t>
            </a:r>
          </a:p>
          <a:p>
            <a:pPr algn="ctr">
              <a:buNone/>
            </a:pPr>
            <a:r>
              <a:rPr lang="en-US" sz="21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Rootful or rootless configuration</a:t>
            </a:r>
            <a:endParaRPr lang="en-US"/>
          </a:p>
        </p:txBody>
      </p:sp>
      <p:sp>
        <p:nvSpPr>
          <p:cNvPr id="10028" name="podman-comparison">
            <a:extLst>
              <a:ext uri="{FF2B5EF4-FFF2-40B4-BE49-F238E27FC236}">
                <a16:creationId xmlns:a16="http://schemas.microsoft.com/office/drawing/2014/main" id="{1A7736B6-21B9-3D3E-A8DB-644B5558FB8F}"/>
              </a:ext>
            </a:extLst>
          </p:cNvPr>
          <p:cNvSpPr/>
          <p:nvPr/>
        </p:nvSpPr>
        <p:spPr>
          <a:xfrm>
            <a:off x="6254496" y="1965960"/>
            <a:ext cx="5294376" cy="1517904"/>
          </a:xfrm>
          <a:prstGeom prst="rect">
            <a:avLst/>
          </a:prstGeom>
          <a:solidFill>
            <a:srgbClr val="F2F2F2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400" b="1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Podman</a:t>
            </a:r>
          </a:p>
          <a:p>
            <a:pPr algn="ctr">
              <a:buNone/>
            </a:pPr>
            <a:r>
              <a:rPr lang="en-US" sz="21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Daemonless local management</a:t>
            </a:r>
          </a:p>
          <a:p>
            <a:pPr algn="ctr">
              <a:buNone/>
            </a:pPr>
            <a:r>
              <a:rPr lang="en-US" sz="21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Supports rootless user operation</a:t>
            </a:r>
            <a:endParaRPr lang="en-US"/>
          </a:p>
        </p:txBody>
      </p:sp>
      <p:sp>
        <p:nvSpPr>
          <p:cNvPr id="10170" name="rootless-distinction">
            <a:extLst>
              <a:ext uri="{FF2B5EF4-FFF2-40B4-BE49-F238E27FC236}">
                <a16:creationId xmlns:a16="http://schemas.microsoft.com/office/drawing/2014/main" id="{5F76E429-04C0-9367-357F-093E0D3F991D}"/>
              </a:ext>
            </a:extLst>
          </p:cNvPr>
          <p:cNvSpPr/>
          <p:nvPr/>
        </p:nvSpPr>
        <p:spPr>
          <a:xfrm>
            <a:off x="640080" y="3877056"/>
            <a:ext cx="10908792" cy="53035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700" b="1">
                <a:solidFill>
                  <a:srgbClr val="243A5E"/>
                </a:solidFill>
                <a:effectLst/>
                <a:latin typeface="Segoe UI Semibold" panose="020B0702040204020203" pitchFamily="34" charset="0"/>
              </a:rPr>
              <a:t>Engine privileges ≠ application USER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313" name="rootless-principle">
            <a:extLst>
              <a:ext uri="{FF2B5EF4-FFF2-40B4-BE49-F238E27FC236}">
                <a16:creationId xmlns:a16="http://schemas.microsoft.com/office/drawing/2014/main" id="{9B9C7795-CE90-61DB-57C6-D33E7833C478}"/>
              </a:ext>
            </a:extLst>
          </p:cNvPr>
          <p:cNvSpPr/>
          <p:nvPr/>
        </p:nvSpPr>
        <p:spPr>
          <a:xfrm>
            <a:off x="640080" y="4526280"/>
            <a:ext cx="10908792" cy="10972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3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A non-root application process is useful, but does not make</a:t>
            </a:r>
          </a:p>
          <a:p>
            <a:pPr algn="l">
              <a:buNone/>
            </a:pPr>
            <a:r>
              <a:rPr lang="en-US" sz="23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a rootful daemon rootless. Rootless limits depend on the</a:t>
            </a:r>
          </a:p>
          <a:p>
            <a:pPr algn="l">
              <a:buNone/>
            </a:pPr>
            <a:r>
              <a:rPr lang="en-US" sz="23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validated host.</a:t>
            </a:r>
            <a:endParaRPr lang="en-US"/>
          </a:p>
        </p:txBody>
      </p:sp>
      <p:sp>
        <p:nvSpPr>
          <p:cNvPr id="10457" name="rootless-no-changes">
            <a:extLst>
              <a:ext uri="{FF2B5EF4-FFF2-40B4-BE49-F238E27FC236}">
                <a16:creationId xmlns:a16="http://schemas.microsoft.com/office/drawing/2014/main" id="{5D1C981F-295F-DA0F-59E1-7EECD7C32515}"/>
              </a:ext>
            </a:extLst>
          </p:cNvPr>
          <p:cNvSpPr/>
          <p:nvPr/>
        </p:nvSpPr>
        <p:spPr>
          <a:xfrm>
            <a:off x="640080" y="5724144"/>
            <a:ext cx="10908792" cy="530352"/>
          </a:xfrm>
          <a:prstGeom prst="rect">
            <a:avLst/>
          </a:prstGeom>
          <a:solidFill>
            <a:srgbClr val="0078D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80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Use the approved lab setup. No daemon, privilege, or security-setting</a:t>
            </a:r>
          </a:p>
          <a:p>
            <a:pPr algn="l">
              <a:buNone/>
            </a:pPr>
            <a:r>
              <a:rPr lang="en-US" sz="180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changes are required.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8685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3318A-32ED-0871-154D-F81EEC668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0" name="header-12">
            <a:extLst>
              <a:ext uri="{FF2B5EF4-FFF2-40B4-BE49-F238E27FC236}">
                <a16:creationId xmlns:a16="http://schemas.microsoft.com/office/drawing/2014/main" id="{584D65B0-5BE6-7965-CE32-2481363E941B}"/>
              </a:ext>
            </a:extLst>
          </p:cNvPr>
          <p:cNvSpPr/>
          <p:nvPr/>
        </p:nvSpPr>
        <p:spPr>
          <a:xfrm>
            <a:off x="457200" y="457200"/>
            <a:ext cx="11274552" cy="786384"/>
          </a:xfrm>
          <a:prstGeom prst="rect">
            <a:avLst/>
          </a:prstGeom>
          <a:solidFill>
            <a:srgbClr val="243A5E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08" name="title-12">
            <a:extLst>
              <a:ext uri="{FF2B5EF4-FFF2-40B4-BE49-F238E27FC236}">
                <a16:creationId xmlns:a16="http://schemas.microsoft.com/office/drawing/2014/main" id="{E80FF3CE-8E72-1E24-0699-29693A66BB8E}"/>
              </a:ext>
            </a:extLst>
          </p:cNvPr>
          <p:cNvSpPr/>
          <p:nvPr/>
        </p:nvSpPr>
        <p:spPr>
          <a:xfrm>
            <a:off x="640080" y="475488"/>
            <a:ext cx="10908792" cy="731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 dirty="0">
                <a:solidFill>
                  <a:srgbClr val="FFFFFF"/>
                </a:solidFill>
                <a:effectLst/>
                <a:latin typeface="Segoe UI Semibold" panose="020B0702040204020203" pitchFamily="34" charset="0"/>
              </a:rPr>
              <a:t>Understanding Rootless Containers</a:t>
            </a:r>
          </a:p>
          <a:p>
            <a:pPr algn="l">
              <a:buNone/>
            </a:pPr>
            <a:r>
              <a:rPr lang="en-US" sz="100" dirty="0">
                <a:effectLst/>
              </a:rPr>
              <a:t> </a:t>
            </a:r>
            <a:endParaRPr lang="en-US" dirty="0"/>
          </a:p>
        </p:txBody>
      </p:sp>
      <p:sp>
        <p:nvSpPr>
          <p:cNvPr id="9747" name="chapter-label-12">
            <a:extLst>
              <a:ext uri="{FF2B5EF4-FFF2-40B4-BE49-F238E27FC236}">
                <a16:creationId xmlns:a16="http://schemas.microsoft.com/office/drawing/2014/main" id="{88BBDCA7-C70A-30CE-DEAF-9BEAD2A1BA36}"/>
              </a:ext>
            </a:extLst>
          </p:cNvPr>
          <p:cNvSpPr/>
          <p:nvPr/>
        </p:nvSpPr>
        <p:spPr>
          <a:xfrm>
            <a:off x="640080" y="1389888"/>
            <a:ext cx="2194560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0078D4"/>
                </a:solidFill>
                <a:effectLst/>
                <a:latin typeface="Segoe UI Semibold" panose="020B0702040204020203" pitchFamily="34" charset="0"/>
              </a:rPr>
              <a:t>CHAPTER 2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170" name="rootless-distinction">
            <a:extLst>
              <a:ext uri="{FF2B5EF4-FFF2-40B4-BE49-F238E27FC236}">
                <a16:creationId xmlns:a16="http://schemas.microsoft.com/office/drawing/2014/main" id="{43F44822-4123-E5F7-8286-BFD88CC4F834}"/>
              </a:ext>
            </a:extLst>
          </p:cNvPr>
          <p:cNvSpPr/>
          <p:nvPr/>
        </p:nvSpPr>
        <p:spPr>
          <a:xfrm>
            <a:off x="640080" y="2167127"/>
            <a:ext cx="11274552" cy="53035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tx1"/>
                </a:solidFill>
              </a:rPr>
              <a:t>User Namespaces:</a:t>
            </a:r>
            <a:r>
              <a:rPr lang="en-US" sz="2400" dirty="0">
                <a:solidFill>
                  <a:schemeClr val="tx1"/>
                </a:solidFill>
              </a:rPr>
              <a:t> Maps container root to an unprivileged host user for better security.</a:t>
            </a:r>
          </a:p>
          <a:p>
            <a:r>
              <a:rPr lang="en-US" b="1" dirty="0"/>
              <a:t>:</a:t>
            </a:r>
            <a:r>
              <a:rPr lang="en-US" dirty="0"/>
              <a:t> Maps container root to an </a:t>
            </a:r>
            <a:r>
              <a:rPr lang="en-US" b="1" dirty="0"/>
              <a:t>unprivileged host user</a:t>
            </a:r>
            <a:r>
              <a:rPr lang="en-US" dirty="0"/>
              <a:t> for better security.</a:t>
            </a:r>
          </a:p>
          <a:p>
            <a:pPr algn="l">
              <a:buNone/>
            </a:pPr>
            <a:r>
              <a:rPr lang="en-US" sz="100" dirty="0">
                <a:effectLst/>
              </a:rPr>
              <a:t> </a:t>
            </a:r>
            <a:endParaRPr lang="en-US" dirty="0"/>
          </a:p>
        </p:txBody>
      </p:sp>
      <p:sp>
        <p:nvSpPr>
          <p:cNvPr id="3" name="rootless-distinction">
            <a:extLst>
              <a:ext uri="{FF2B5EF4-FFF2-40B4-BE49-F238E27FC236}">
                <a16:creationId xmlns:a16="http://schemas.microsoft.com/office/drawing/2014/main" id="{88BF43F5-6CC0-B80A-69CE-FF3D4C453F4D}"/>
              </a:ext>
            </a:extLst>
          </p:cNvPr>
          <p:cNvSpPr/>
          <p:nvPr/>
        </p:nvSpPr>
        <p:spPr>
          <a:xfrm>
            <a:off x="640080" y="2898648"/>
            <a:ext cx="10908792" cy="53035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00" dirty="0">
                <a:effectLst/>
              </a:rPr>
              <a:t> 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E636EA-0FF3-A435-53DA-A899A31C51F4}"/>
              </a:ext>
            </a:extLst>
          </p:cNvPr>
          <p:cNvSpPr txBox="1"/>
          <p:nvPr/>
        </p:nvSpPr>
        <p:spPr>
          <a:xfrm>
            <a:off x="640079" y="2932991"/>
            <a:ext cx="112745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ct val="100000"/>
              </a:lnSpc>
              <a:buNone/>
            </a:pPr>
            <a:r>
              <a:rPr lang="en-US" sz="2400" b="1" i="0" dirty="0">
                <a:effectLst/>
                <a:latin typeface="+mn-lt"/>
              </a:rPr>
              <a:t>Networking:</a:t>
            </a:r>
            <a:r>
              <a:rPr lang="en-US" sz="2400" b="0" i="0" dirty="0">
                <a:effectLst/>
                <a:latin typeface="+mn-lt"/>
              </a:rPr>
              <a:t> Rootless containers use </a:t>
            </a:r>
            <a:r>
              <a:rPr lang="en-US" sz="2400" i="0" dirty="0" err="1">
                <a:effectLst/>
                <a:latin typeface="+mn-lt"/>
              </a:rPr>
              <a:t>Slirp</a:t>
            </a:r>
            <a:r>
              <a:rPr lang="en-US" sz="2400" b="0" i="0" dirty="0">
                <a:effectLst/>
                <a:latin typeface="+mn-lt"/>
              </a:rPr>
              <a:t> to provide networking without root privileges.</a:t>
            </a:r>
            <a:endParaRPr lang="en-US" sz="2400" b="0" i="0" dirty="0">
              <a:effectLst/>
              <a:latin typeface="Segoe U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F1AE5B-A2B9-13D9-E533-2B1A76FB967E}"/>
              </a:ext>
            </a:extLst>
          </p:cNvPr>
          <p:cNvSpPr txBox="1"/>
          <p:nvPr/>
        </p:nvSpPr>
        <p:spPr>
          <a:xfrm>
            <a:off x="640079" y="3692712"/>
            <a:ext cx="1109167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ct val="100000"/>
              </a:lnSpc>
              <a:buNone/>
            </a:pPr>
            <a:r>
              <a:rPr lang="en-US" sz="2400" b="1" i="0" dirty="0">
                <a:effectLst/>
                <a:latin typeface="+mn-lt"/>
              </a:rPr>
              <a:t>Storage:</a:t>
            </a:r>
            <a:r>
              <a:rPr lang="en-US" sz="2400" b="0" i="0" dirty="0">
                <a:effectLst/>
                <a:latin typeface="+mn-lt"/>
              </a:rPr>
              <a:t> Rootless containers use </a:t>
            </a:r>
            <a:r>
              <a:rPr lang="en-US" sz="2400" i="0" dirty="0">
                <a:effectLst/>
                <a:latin typeface="+mn-lt"/>
              </a:rPr>
              <a:t>FUSE-OverlayFS</a:t>
            </a:r>
            <a:r>
              <a:rPr lang="en-US" sz="2400" b="0" i="0" dirty="0">
                <a:effectLst/>
                <a:latin typeface="+mn-lt"/>
              </a:rPr>
              <a:t> for efficient layered storage without root access.</a:t>
            </a:r>
            <a:endParaRPr lang="en-US" sz="2400" b="0" i="0" dirty="0"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54813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2" name="header-14">
            <a:extLst>
              <a:ext uri="{FF2B5EF4-FFF2-40B4-BE49-F238E27FC236}">
                <a16:creationId xmlns:a16="http://schemas.microsoft.com/office/drawing/2014/main" id="{FEEC1D06-0D5B-73F7-F17E-6E7FE11B8EEC}"/>
              </a:ext>
            </a:extLst>
          </p:cNvPr>
          <p:cNvSpPr/>
          <p:nvPr/>
        </p:nvSpPr>
        <p:spPr>
          <a:xfrm>
            <a:off x="457200" y="457200"/>
            <a:ext cx="11274552" cy="786384"/>
          </a:xfrm>
          <a:prstGeom prst="rect">
            <a:avLst/>
          </a:prstGeom>
          <a:solidFill>
            <a:srgbClr val="243A5E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48" name="title-14">
            <a:extLst>
              <a:ext uri="{FF2B5EF4-FFF2-40B4-BE49-F238E27FC236}">
                <a16:creationId xmlns:a16="http://schemas.microsoft.com/office/drawing/2014/main" id="{F4577CF2-C829-5E59-0C64-1687AD65F4A1}"/>
              </a:ext>
            </a:extLst>
          </p:cNvPr>
          <p:cNvSpPr/>
          <p:nvPr/>
        </p:nvSpPr>
        <p:spPr>
          <a:xfrm>
            <a:off x="640080" y="475488"/>
            <a:ext cx="10908792" cy="731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Segoe UI Semibold" panose="020B0702040204020203" pitchFamily="34" charset="0"/>
              </a:rPr>
              <a:t>Managing Containers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0895" name="chapter-number-14">
            <a:extLst>
              <a:ext uri="{FF2B5EF4-FFF2-40B4-BE49-F238E27FC236}">
                <a16:creationId xmlns:a16="http://schemas.microsoft.com/office/drawing/2014/main" id="{ED67CFE2-5486-7B0D-D205-5890CD09BA1D}"/>
              </a:ext>
            </a:extLst>
          </p:cNvPr>
          <p:cNvSpPr/>
          <p:nvPr/>
        </p:nvSpPr>
        <p:spPr>
          <a:xfrm>
            <a:off x="640080" y="1920240"/>
            <a:ext cx="1828800" cy="14630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7600" b="1">
                <a:solidFill>
                  <a:srgbClr val="0078D4"/>
                </a:solidFill>
                <a:effectLst/>
                <a:latin typeface="Segoe UI Semibold" panose="020B0702040204020203" pitchFamily="34" charset="0"/>
              </a:rPr>
              <a:t>03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043" name="chapter-word-14">
            <a:extLst>
              <a:ext uri="{FF2B5EF4-FFF2-40B4-BE49-F238E27FC236}">
                <a16:creationId xmlns:a16="http://schemas.microsoft.com/office/drawing/2014/main" id="{F3600B98-9E0B-904D-0CF2-A175A786CE34}"/>
              </a:ext>
            </a:extLst>
          </p:cNvPr>
          <p:cNvSpPr/>
          <p:nvPr/>
        </p:nvSpPr>
        <p:spPr>
          <a:xfrm>
            <a:off x="640080" y="3419856"/>
            <a:ext cx="18288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 b="1">
                <a:solidFill>
                  <a:srgbClr val="0078D4"/>
                </a:solidFill>
                <a:effectLst/>
                <a:latin typeface="Segoe UI Semibold" panose="020B0702040204020203" pitchFamily="34" charset="0"/>
              </a:rPr>
              <a:t>CHAPTER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192" name="chapter-scope-14-0">
            <a:extLst>
              <a:ext uri="{FF2B5EF4-FFF2-40B4-BE49-F238E27FC236}">
                <a16:creationId xmlns:a16="http://schemas.microsoft.com/office/drawing/2014/main" id="{295723FF-406C-7CB5-6CE0-969E95BC5139}"/>
              </a:ext>
            </a:extLst>
          </p:cNvPr>
          <p:cNvSpPr/>
          <p:nvPr/>
        </p:nvSpPr>
        <p:spPr>
          <a:xfrm>
            <a:off x="2880360" y="1965960"/>
            <a:ext cx="8641080" cy="53035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300" b="1">
                <a:solidFill>
                  <a:srgbClr val="243A5E"/>
                </a:solidFill>
                <a:effectLst/>
                <a:latin typeface="Segoe UI Semibold" panose="020B0702040204020203" pitchFamily="34" charset="0"/>
              </a:rPr>
              <a:t>Creating, inspecting and managing instances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342" name="chapter-scope-14-1">
            <a:extLst>
              <a:ext uri="{FF2B5EF4-FFF2-40B4-BE49-F238E27FC236}">
                <a16:creationId xmlns:a16="http://schemas.microsoft.com/office/drawing/2014/main" id="{ED753A90-F249-B51D-DA9B-5E8D7CDE2923}"/>
              </a:ext>
            </a:extLst>
          </p:cNvPr>
          <p:cNvSpPr/>
          <p:nvPr/>
        </p:nvSpPr>
        <p:spPr>
          <a:xfrm>
            <a:off x="2880360" y="2834640"/>
            <a:ext cx="8641080" cy="53035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300" b="1">
                <a:solidFill>
                  <a:srgbClr val="243A5E"/>
                </a:solidFill>
                <a:effectLst/>
                <a:latin typeface="Segoe UI Semibold" panose="020B0702040204020203" pitchFamily="34" charset="0"/>
              </a:rPr>
              <a:t>Attaching persistent storage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493" name="chapter-scope-14-2">
            <a:extLst>
              <a:ext uri="{FF2B5EF4-FFF2-40B4-BE49-F238E27FC236}">
                <a16:creationId xmlns:a16="http://schemas.microsoft.com/office/drawing/2014/main" id="{9BADD1FD-EE64-D355-9DB4-2186729C1810}"/>
              </a:ext>
            </a:extLst>
          </p:cNvPr>
          <p:cNvSpPr/>
          <p:nvPr/>
        </p:nvSpPr>
        <p:spPr>
          <a:xfrm>
            <a:off x="2880360" y="3703320"/>
            <a:ext cx="8641080" cy="53035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300" b="1">
                <a:solidFill>
                  <a:srgbClr val="243A5E"/>
                </a:solidFill>
                <a:effectLst/>
                <a:latin typeface="Segoe UI Semibold" panose="020B0702040204020203" pitchFamily="34" charset="0"/>
              </a:rPr>
              <a:t>Accessing containers and mapping ports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645" name="chapter-goal-14">
            <a:extLst>
              <a:ext uri="{FF2B5EF4-FFF2-40B4-BE49-F238E27FC236}">
                <a16:creationId xmlns:a16="http://schemas.microsoft.com/office/drawing/2014/main" id="{D1FE26EE-B2C9-1B80-772D-D4A684298198}"/>
              </a:ext>
            </a:extLst>
          </p:cNvPr>
          <p:cNvSpPr/>
          <p:nvPr/>
        </p:nvSpPr>
        <p:spPr>
          <a:xfrm>
            <a:off x="2880360" y="5166360"/>
            <a:ext cx="8641080" cy="749808"/>
          </a:xfrm>
          <a:prstGeom prst="rect">
            <a:avLst/>
          </a:prstGeom>
          <a:solidFill>
            <a:srgbClr val="0078D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90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Manage the instance, its data, and its ports.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1309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6" name="header-15">
            <a:extLst>
              <a:ext uri="{FF2B5EF4-FFF2-40B4-BE49-F238E27FC236}">
                <a16:creationId xmlns:a16="http://schemas.microsoft.com/office/drawing/2014/main" id="{04FDB9D3-22D8-C269-F06A-6D160FE78704}"/>
              </a:ext>
            </a:extLst>
          </p:cNvPr>
          <p:cNvSpPr/>
          <p:nvPr/>
        </p:nvSpPr>
        <p:spPr>
          <a:xfrm>
            <a:off x="457200" y="457200"/>
            <a:ext cx="11274552" cy="786384"/>
          </a:xfrm>
          <a:prstGeom prst="rect">
            <a:avLst/>
          </a:prstGeom>
          <a:solidFill>
            <a:srgbClr val="243A5E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48" name="title-15">
            <a:extLst>
              <a:ext uri="{FF2B5EF4-FFF2-40B4-BE49-F238E27FC236}">
                <a16:creationId xmlns:a16="http://schemas.microsoft.com/office/drawing/2014/main" id="{B79C30C3-6FB0-8B5E-CF13-A72EEF1984A6}"/>
              </a:ext>
            </a:extLst>
          </p:cNvPr>
          <p:cNvSpPr/>
          <p:nvPr/>
        </p:nvSpPr>
        <p:spPr>
          <a:xfrm>
            <a:off x="640080" y="475488"/>
            <a:ext cx="10908792" cy="731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Segoe UI Semibold" panose="020B0702040204020203" pitchFamily="34" charset="0"/>
              </a:rPr>
              <a:t>Create, Start and Run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651" name="chapter-label-15">
            <a:extLst>
              <a:ext uri="{FF2B5EF4-FFF2-40B4-BE49-F238E27FC236}">
                <a16:creationId xmlns:a16="http://schemas.microsoft.com/office/drawing/2014/main" id="{252FF467-B79E-D818-6908-586C784F7D20}"/>
              </a:ext>
            </a:extLst>
          </p:cNvPr>
          <p:cNvSpPr/>
          <p:nvPr/>
        </p:nvSpPr>
        <p:spPr>
          <a:xfrm>
            <a:off x="640080" y="1389888"/>
            <a:ext cx="2194560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0078D4"/>
                </a:solidFill>
                <a:effectLst/>
                <a:latin typeface="Segoe UI Semibold" panose="020B0702040204020203" pitchFamily="34" charset="0"/>
              </a:rPr>
              <a:t>CHAPTER 3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655" name="lifecycle-node-0">
            <a:extLst>
              <a:ext uri="{FF2B5EF4-FFF2-40B4-BE49-F238E27FC236}">
                <a16:creationId xmlns:a16="http://schemas.microsoft.com/office/drawing/2014/main" id="{02361021-E194-A138-8B2C-9A7F6DB0B03C}"/>
              </a:ext>
            </a:extLst>
          </p:cNvPr>
          <p:cNvSpPr/>
          <p:nvPr/>
        </p:nvSpPr>
        <p:spPr>
          <a:xfrm>
            <a:off x="640080" y="2313432"/>
            <a:ext cx="2487168" cy="1453896"/>
          </a:xfrm>
          <a:prstGeom prst="rect">
            <a:avLst/>
          </a:prstGeom>
          <a:solidFill>
            <a:srgbClr val="F2F2F2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300" b="1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Image</a:t>
            </a:r>
          </a:p>
          <a:p>
            <a:pPr algn="ctr">
              <a:buNone/>
            </a:pPr>
            <a:r>
              <a:rPr lang="en-US" sz="17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Filesystem + metadata</a:t>
            </a:r>
            <a:endParaRPr lang="en-US"/>
          </a:p>
        </p:txBody>
      </p:sp>
      <p:sp>
        <p:nvSpPr>
          <p:cNvPr id="11660" name="lifecycle-arrow-0">
            <a:extLst>
              <a:ext uri="{FF2B5EF4-FFF2-40B4-BE49-F238E27FC236}">
                <a16:creationId xmlns:a16="http://schemas.microsoft.com/office/drawing/2014/main" id="{FEE6801B-F29B-CFA3-A846-C85DF96367A8}"/>
              </a:ext>
            </a:extLst>
          </p:cNvPr>
          <p:cNvSpPr/>
          <p:nvPr/>
        </p:nvSpPr>
        <p:spPr>
          <a:xfrm>
            <a:off x="3182112" y="2834640"/>
            <a:ext cx="246888" cy="274320"/>
          </a:xfrm>
          <a:prstGeom prst="rightArrow">
            <a:avLst/>
          </a:prstGeom>
          <a:solidFill>
            <a:srgbClr val="0078D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66" name="lifecycle-node-1">
            <a:extLst>
              <a:ext uri="{FF2B5EF4-FFF2-40B4-BE49-F238E27FC236}">
                <a16:creationId xmlns:a16="http://schemas.microsoft.com/office/drawing/2014/main" id="{37A765A4-C7E0-4033-E18E-27C2C4E285FD}"/>
              </a:ext>
            </a:extLst>
          </p:cNvPr>
          <p:cNvSpPr/>
          <p:nvPr/>
        </p:nvSpPr>
        <p:spPr>
          <a:xfrm>
            <a:off x="3447288" y="2313432"/>
            <a:ext cx="2487168" cy="1453896"/>
          </a:xfrm>
          <a:prstGeom prst="rect">
            <a:avLst/>
          </a:prstGeom>
          <a:solidFill>
            <a:srgbClr val="F2F2F2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300" b="1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Created</a:t>
            </a:r>
          </a:p>
          <a:p>
            <a:pPr algn="ctr">
              <a:buNone/>
            </a:pPr>
            <a:r>
              <a:rPr lang="en-US" sz="17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create: not yet running</a:t>
            </a:r>
            <a:endParaRPr lang="en-US"/>
          </a:p>
        </p:txBody>
      </p:sp>
      <p:sp>
        <p:nvSpPr>
          <p:cNvPr id="11673" name="lifecycle-arrow-1">
            <a:extLst>
              <a:ext uri="{FF2B5EF4-FFF2-40B4-BE49-F238E27FC236}">
                <a16:creationId xmlns:a16="http://schemas.microsoft.com/office/drawing/2014/main" id="{2EA3DA8E-B581-4757-A52F-17001717D3B7}"/>
              </a:ext>
            </a:extLst>
          </p:cNvPr>
          <p:cNvSpPr/>
          <p:nvPr/>
        </p:nvSpPr>
        <p:spPr>
          <a:xfrm>
            <a:off x="5989320" y="2834640"/>
            <a:ext cx="246888" cy="274320"/>
          </a:xfrm>
          <a:prstGeom prst="rightArrow">
            <a:avLst/>
          </a:prstGeom>
          <a:solidFill>
            <a:srgbClr val="0078D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81" name="lifecycle-node-2">
            <a:extLst>
              <a:ext uri="{FF2B5EF4-FFF2-40B4-BE49-F238E27FC236}">
                <a16:creationId xmlns:a16="http://schemas.microsoft.com/office/drawing/2014/main" id="{398C18C8-7ACB-7111-A071-F862A7BCFE43}"/>
              </a:ext>
            </a:extLst>
          </p:cNvPr>
          <p:cNvSpPr/>
          <p:nvPr/>
        </p:nvSpPr>
        <p:spPr>
          <a:xfrm>
            <a:off x="6254496" y="2313432"/>
            <a:ext cx="2487168" cy="1453896"/>
          </a:xfrm>
          <a:prstGeom prst="rect">
            <a:avLst/>
          </a:prstGeom>
          <a:solidFill>
            <a:srgbClr val="0078D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300" b="1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Running</a:t>
            </a:r>
          </a:p>
          <a:p>
            <a:pPr algn="ctr">
              <a:buNone/>
            </a:pPr>
            <a:r>
              <a:rPr lang="en-US" sz="170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start: main process active</a:t>
            </a:r>
            <a:endParaRPr lang="en-US"/>
          </a:p>
        </p:txBody>
      </p:sp>
      <p:sp>
        <p:nvSpPr>
          <p:cNvPr id="11690" name="lifecycle-arrow-2">
            <a:extLst>
              <a:ext uri="{FF2B5EF4-FFF2-40B4-BE49-F238E27FC236}">
                <a16:creationId xmlns:a16="http://schemas.microsoft.com/office/drawing/2014/main" id="{0F597591-B385-8D94-6F53-ED9C8DC903BD}"/>
              </a:ext>
            </a:extLst>
          </p:cNvPr>
          <p:cNvSpPr/>
          <p:nvPr/>
        </p:nvSpPr>
        <p:spPr>
          <a:xfrm>
            <a:off x="8796528" y="2834640"/>
            <a:ext cx="246888" cy="274320"/>
          </a:xfrm>
          <a:prstGeom prst="rightArrow">
            <a:avLst/>
          </a:prstGeom>
          <a:solidFill>
            <a:srgbClr val="0078D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00" name="lifecycle-node-3">
            <a:extLst>
              <a:ext uri="{FF2B5EF4-FFF2-40B4-BE49-F238E27FC236}">
                <a16:creationId xmlns:a16="http://schemas.microsoft.com/office/drawing/2014/main" id="{B2073D31-A42F-A2A6-9AC8-9CC1A4CA6CA2}"/>
              </a:ext>
            </a:extLst>
          </p:cNvPr>
          <p:cNvSpPr/>
          <p:nvPr/>
        </p:nvSpPr>
        <p:spPr>
          <a:xfrm>
            <a:off x="9061704" y="2313432"/>
            <a:ext cx="2487168" cy="1453896"/>
          </a:xfrm>
          <a:prstGeom prst="rect">
            <a:avLst/>
          </a:prstGeom>
          <a:solidFill>
            <a:srgbClr val="F2F2F2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300" b="1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Stopped</a:t>
            </a:r>
          </a:p>
          <a:p>
            <a:pPr algn="ctr">
              <a:buNone/>
            </a:pPr>
            <a:r>
              <a:rPr lang="en-US" sz="17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stop: state retained</a:t>
            </a:r>
            <a:endParaRPr lang="en-US"/>
          </a:p>
        </p:txBody>
      </p:sp>
      <p:sp>
        <p:nvSpPr>
          <p:cNvPr id="11711" name="run-combines">
            <a:extLst>
              <a:ext uri="{FF2B5EF4-FFF2-40B4-BE49-F238E27FC236}">
                <a16:creationId xmlns:a16="http://schemas.microsoft.com/office/drawing/2014/main" id="{92C6DFDF-D1F6-C34B-EA66-E543D85D7A56}"/>
              </a:ext>
            </a:extLst>
          </p:cNvPr>
          <p:cNvSpPr/>
          <p:nvPr/>
        </p:nvSpPr>
        <p:spPr>
          <a:xfrm>
            <a:off x="640080" y="4325112"/>
            <a:ext cx="10908792" cy="850392"/>
          </a:xfrm>
          <a:prstGeom prst="rect">
            <a:avLst/>
          </a:prstGeom>
          <a:solidFill>
            <a:srgbClr val="0078D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20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docker run combines creation and start. docker create leaves</a:t>
            </a:r>
          </a:p>
          <a:p>
            <a:pPr algn="l">
              <a:buNone/>
            </a:pPr>
            <a:r>
              <a:rPr lang="en-US" sz="220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a Created instance until start.</a:t>
            </a:r>
            <a:endParaRPr lang="en-US"/>
          </a:p>
        </p:txBody>
      </p:sp>
      <p:sp>
        <p:nvSpPr>
          <p:cNvPr id="11723" name="remove-boundary">
            <a:extLst>
              <a:ext uri="{FF2B5EF4-FFF2-40B4-BE49-F238E27FC236}">
                <a16:creationId xmlns:a16="http://schemas.microsoft.com/office/drawing/2014/main" id="{E7E5DAF2-F945-2FEB-6804-D52991ABFF8B}"/>
              </a:ext>
            </a:extLst>
          </p:cNvPr>
          <p:cNvSpPr/>
          <p:nvPr/>
        </p:nvSpPr>
        <p:spPr>
          <a:xfrm>
            <a:off x="640080" y="5477256"/>
            <a:ext cx="10908792" cy="74066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2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The container main process determines running state. Removing</a:t>
            </a:r>
          </a:p>
          <a:p>
            <a:pPr algn="l">
              <a:buNone/>
            </a:pPr>
            <a:r>
              <a:rPr lang="en-US" sz="22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an instance is different from stopping it.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4625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6" name="header-16">
            <a:extLst>
              <a:ext uri="{FF2B5EF4-FFF2-40B4-BE49-F238E27FC236}">
                <a16:creationId xmlns:a16="http://schemas.microsoft.com/office/drawing/2014/main" id="{880CE6FC-FC5C-CAE3-4900-0D8EEAF0AE1D}"/>
              </a:ext>
            </a:extLst>
          </p:cNvPr>
          <p:cNvSpPr/>
          <p:nvPr/>
        </p:nvSpPr>
        <p:spPr>
          <a:xfrm>
            <a:off x="457200" y="457200"/>
            <a:ext cx="11274552" cy="786384"/>
          </a:xfrm>
          <a:prstGeom prst="rect">
            <a:avLst/>
          </a:prstGeom>
          <a:solidFill>
            <a:srgbClr val="243A5E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50" name="title-16">
            <a:extLst>
              <a:ext uri="{FF2B5EF4-FFF2-40B4-BE49-F238E27FC236}">
                <a16:creationId xmlns:a16="http://schemas.microsoft.com/office/drawing/2014/main" id="{3E3A1E78-E5BA-AB26-3472-08E1075B96F5}"/>
              </a:ext>
            </a:extLst>
          </p:cNvPr>
          <p:cNvSpPr/>
          <p:nvPr/>
        </p:nvSpPr>
        <p:spPr>
          <a:xfrm>
            <a:off x="640080" y="475488"/>
            <a:ext cx="10908792" cy="731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Segoe UI Semibold" panose="020B0702040204020203" pitchFamily="34" charset="0"/>
              </a:rPr>
              <a:t>Observe, Inspect and Exec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765" name="chapter-label-16">
            <a:extLst>
              <a:ext uri="{FF2B5EF4-FFF2-40B4-BE49-F238E27FC236}">
                <a16:creationId xmlns:a16="http://schemas.microsoft.com/office/drawing/2014/main" id="{CFDEAF41-CB78-BA6A-4BF9-2EA3D0B4A8AB}"/>
              </a:ext>
            </a:extLst>
          </p:cNvPr>
          <p:cNvSpPr/>
          <p:nvPr/>
        </p:nvSpPr>
        <p:spPr>
          <a:xfrm>
            <a:off x="640080" y="1389888"/>
            <a:ext cx="2194560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0078D4"/>
                </a:solidFill>
                <a:effectLst/>
                <a:latin typeface="Segoe UI Semibold" panose="020B0702040204020203" pitchFamily="34" charset="0"/>
              </a:rPr>
              <a:t>CHAPTER 3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218B76B-C48C-42FD-B4B0-20D52B5FA111}"/>
              </a:ext>
            </a:extLst>
          </p:cNvPr>
          <p:cNvGraphicFramePr>
            <a:graphicFrameLocks noGrp="1"/>
          </p:cNvGraphicFramePr>
          <p:nvPr/>
        </p:nvGraphicFramePr>
        <p:xfrm>
          <a:off x="640080" y="1938528"/>
          <a:ext cx="8128000" cy="26822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79123861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9946142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Segoe UI" panose="020B0502040204020203" pitchFamily="34" charset="0"/>
                        </a:rPr>
                        <a:t>Operation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43A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Segoe UI" panose="020B0502040204020203" pitchFamily="34" charset="0"/>
                        </a:rPr>
                        <a:t>Question it answers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43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28543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  <a:latin typeface="Segoe UI" panose="020B0502040204020203" pitchFamily="34" charset="0"/>
                        </a:rPr>
                        <a:t>docker ps / ps -a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  <a:latin typeface="Segoe UI" panose="020B0502040204020203" pitchFamily="34" charset="0"/>
                        </a:rPr>
                        <a:t>Running only, or all instances?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6655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  <a:latin typeface="Segoe UI" panose="020B0502040204020203" pitchFamily="34" charset="0"/>
                        </a:rPr>
                        <a:t>docker logs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B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  <a:latin typeface="Segoe UI" panose="020B0502040204020203" pitchFamily="34" charset="0"/>
                        </a:rPr>
                        <a:t>What did the application emit?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B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05045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  <a:latin typeface="Segoe UI" panose="020B0502040204020203" pitchFamily="34" charset="0"/>
                        </a:rPr>
                        <a:t>docker inspect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  <a:latin typeface="Segoe UI" panose="020B0502040204020203" pitchFamily="34" charset="0"/>
                        </a:rPr>
                        <a:t>What state and configuration?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67735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  <a:latin typeface="Segoe UI" panose="020B0502040204020203" pitchFamily="34" charset="0"/>
                        </a:rPr>
                        <a:t>docker 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B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  <a:latin typeface="Segoe UI" panose="020B0502040204020203" pitchFamily="34" charset="0"/>
                        </a:rPr>
                        <a:t>Which host ports are mapped?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B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4055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  <a:latin typeface="Segoe UI" panose="020B0502040204020203" pitchFamily="34" charset="0"/>
                        </a:rPr>
                        <a:t>docker exec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effectLst/>
                          <a:latin typeface="Segoe UI" panose="020B0502040204020203" pitchFamily="34" charset="0"/>
                        </a:rPr>
                        <a:t>Run another process in this instance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4987193"/>
                  </a:ext>
                </a:extLst>
              </a:tr>
            </a:tbl>
          </a:graphicData>
        </a:graphic>
      </p:graphicFrame>
      <p:sp>
        <p:nvSpPr>
          <p:cNvPr id="11782" name="exec-distinction">
            <a:extLst>
              <a:ext uri="{FF2B5EF4-FFF2-40B4-BE49-F238E27FC236}">
                <a16:creationId xmlns:a16="http://schemas.microsoft.com/office/drawing/2014/main" id="{A1B0EBD5-147C-1402-8603-B24AAEDEDF80}"/>
              </a:ext>
            </a:extLst>
          </p:cNvPr>
          <p:cNvSpPr/>
          <p:nvPr/>
        </p:nvSpPr>
        <p:spPr>
          <a:xfrm>
            <a:off x="640080" y="5513832"/>
            <a:ext cx="10908792" cy="694944"/>
          </a:xfrm>
          <a:prstGeom prst="rect">
            <a:avLst/>
          </a:prstGeom>
          <a:solidFill>
            <a:srgbClr val="0078D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00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exec requires a running container and an executable included in its</a:t>
            </a:r>
          </a:p>
          <a:p>
            <a:pPr algn="l">
              <a:buNone/>
            </a:pPr>
            <a:r>
              <a:rPr lang="en-US" sz="200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image. It is not SSH.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9335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0" name="header-17">
            <a:extLst>
              <a:ext uri="{FF2B5EF4-FFF2-40B4-BE49-F238E27FC236}">
                <a16:creationId xmlns:a16="http://schemas.microsoft.com/office/drawing/2014/main" id="{EB6A9278-CC1A-908D-4529-5BFADE2D09D6}"/>
              </a:ext>
            </a:extLst>
          </p:cNvPr>
          <p:cNvSpPr/>
          <p:nvPr/>
        </p:nvSpPr>
        <p:spPr>
          <a:xfrm>
            <a:off x="457200" y="457200"/>
            <a:ext cx="11274552" cy="786384"/>
          </a:xfrm>
          <a:prstGeom prst="rect">
            <a:avLst/>
          </a:prstGeom>
          <a:solidFill>
            <a:srgbClr val="243A5E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19" name="title-17">
            <a:extLst>
              <a:ext uri="{FF2B5EF4-FFF2-40B4-BE49-F238E27FC236}">
                <a16:creationId xmlns:a16="http://schemas.microsoft.com/office/drawing/2014/main" id="{BB2EC516-0CB3-5CD5-BC28-D073DA7390BB}"/>
              </a:ext>
            </a:extLst>
          </p:cNvPr>
          <p:cNvSpPr/>
          <p:nvPr/>
        </p:nvSpPr>
        <p:spPr>
          <a:xfrm>
            <a:off x="640080" y="475488"/>
            <a:ext cx="10908792" cy="731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Segoe UI Semibold" panose="020B0702040204020203" pitchFamily="34" charset="0"/>
              </a:rPr>
              <a:t>Manage the Container Life Cycle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839" name="chapter-label-17">
            <a:extLst>
              <a:ext uri="{FF2B5EF4-FFF2-40B4-BE49-F238E27FC236}">
                <a16:creationId xmlns:a16="http://schemas.microsoft.com/office/drawing/2014/main" id="{8EE89ECF-5981-F2F1-F4DC-DB067F45310B}"/>
              </a:ext>
            </a:extLst>
          </p:cNvPr>
          <p:cNvSpPr/>
          <p:nvPr/>
        </p:nvSpPr>
        <p:spPr>
          <a:xfrm>
            <a:off x="640080" y="1389888"/>
            <a:ext cx="2194560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0078D4"/>
                </a:solidFill>
                <a:effectLst/>
                <a:latin typeface="Segoe UI Semibold" panose="020B0702040204020203" pitchFamily="34" charset="0"/>
              </a:rPr>
              <a:t>CHAPTER 3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1860" name="manage-card-0">
            <a:extLst>
              <a:ext uri="{FF2B5EF4-FFF2-40B4-BE49-F238E27FC236}">
                <a16:creationId xmlns:a16="http://schemas.microsoft.com/office/drawing/2014/main" id="{E3AACE2C-4398-9CB2-7419-46CD9C042308}"/>
              </a:ext>
            </a:extLst>
          </p:cNvPr>
          <p:cNvSpPr/>
          <p:nvPr/>
        </p:nvSpPr>
        <p:spPr>
          <a:xfrm>
            <a:off x="640080" y="1956816"/>
            <a:ext cx="5166360" cy="1691640"/>
          </a:xfrm>
          <a:prstGeom prst="rect">
            <a:avLst/>
          </a:prstGeom>
          <a:solidFill>
            <a:srgbClr val="F2F2F2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600" b="1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stop</a:t>
            </a:r>
          </a:p>
          <a:p>
            <a:pPr algn="ctr">
              <a:buNone/>
            </a:pPr>
            <a:r>
              <a:rPr lang="en-US" sz="21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Stop the main process.</a:t>
            </a:r>
          </a:p>
          <a:p>
            <a:pPr algn="ctr">
              <a:buNone/>
            </a:pPr>
            <a:r>
              <a:rPr lang="en-US" sz="21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Keep the instance and writable layer.</a:t>
            </a:r>
            <a:endParaRPr lang="en-US"/>
          </a:p>
        </p:txBody>
      </p:sp>
      <p:sp>
        <p:nvSpPr>
          <p:cNvPr id="11882" name="manage-card-1">
            <a:extLst>
              <a:ext uri="{FF2B5EF4-FFF2-40B4-BE49-F238E27FC236}">
                <a16:creationId xmlns:a16="http://schemas.microsoft.com/office/drawing/2014/main" id="{CA326EB5-1EEC-0C67-B894-AF11428D9572}"/>
              </a:ext>
            </a:extLst>
          </p:cNvPr>
          <p:cNvSpPr/>
          <p:nvPr/>
        </p:nvSpPr>
        <p:spPr>
          <a:xfrm>
            <a:off x="6254496" y="1956816"/>
            <a:ext cx="5294376" cy="1691640"/>
          </a:xfrm>
          <a:prstGeom prst="rect">
            <a:avLst/>
          </a:prstGeom>
          <a:solidFill>
            <a:srgbClr val="F2F2F2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600" b="1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start</a:t>
            </a:r>
          </a:p>
          <a:p>
            <a:pPr algn="ctr">
              <a:buNone/>
            </a:pPr>
            <a:r>
              <a:rPr lang="en-US" sz="21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Run the existing instance again.</a:t>
            </a:r>
          </a:p>
          <a:p>
            <a:pPr algn="ctr">
              <a:buNone/>
            </a:pPr>
            <a:r>
              <a:rPr lang="en-US" sz="21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Keep its configuration and data.</a:t>
            </a:r>
            <a:endParaRPr lang="en-US"/>
          </a:p>
        </p:txBody>
      </p:sp>
      <p:sp>
        <p:nvSpPr>
          <p:cNvPr id="11905" name="manage-card-2">
            <a:extLst>
              <a:ext uri="{FF2B5EF4-FFF2-40B4-BE49-F238E27FC236}">
                <a16:creationId xmlns:a16="http://schemas.microsoft.com/office/drawing/2014/main" id="{058E97A5-DDB0-2457-6D08-F2BB2A810F30}"/>
              </a:ext>
            </a:extLst>
          </p:cNvPr>
          <p:cNvSpPr/>
          <p:nvPr/>
        </p:nvSpPr>
        <p:spPr>
          <a:xfrm>
            <a:off x="640080" y="4050792"/>
            <a:ext cx="5166360" cy="1691640"/>
          </a:xfrm>
          <a:prstGeom prst="rect">
            <a:avLst/>
          </a:prstGeom>
          <a:solidFill>
            <a:srgbClr val="F2F2F2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600" b="1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restart</a:t>
            </a:r>
          </a:p>
          <a:p>
            <a:pPr algn="ctr">
              <a:buNone/>
            </a:pPr>
            <a:r>
              <a:rPr lang="en-US" sz="21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Stop and start the same instance.</a:t>
            </a:r>
          </a:p>
          <a:p>
            <a:pPr algn="ctr">
              <a:buNone/>
            </a:pPr>
            <a:r>
              <a:rPr lang="en-US" sz="21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Do not switch its image version.</a:t>
            </a:r>
            <a:endParaRPr lang="en-US"/>
          </a:p>
        </p:txBody>
      </p:sp>
      <p:sp>
        <p:nvSpPr>
          <p:cNvPr id="11929" name="manage-card-3">
            <a:extLst>
              <a:ext uri="{FF2B5EF4-FFF2-40B4-BE49-F238E27FC236}">
                <a16:creationId xmlns:a16="http://schemas.microsoft.com/office/drawing/2014/main" id="{39EC58E4-BA23-5D9B-190F-19D8393AE077}"/>
              </a:ext>
            </a:extLst>
          </p:cNvPr>
          <p:cNvSpPr/>
          <p:nvPr/>
        </p:nvSpPr>
        <p:spPr>
          <a:xfrm>
            <a:off x="6254496" y="4050792"/>
            <a:ext cx="5294376" cy="1691640"/>
          </a:xfrm>
          <a:prstGeom prst="rect">
            <a:avLst/>
          </a:prstGeom>
          <a:solidFill>
            <a:srgbClr val="F2F2F2"/>
          </a:solidFill>
          <a:ln w="12700">
            <a:solidFill>
              <a:srgbClr val="0078D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600" b="1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rm</a:t>
            </a:r>
          </a:p>
          <a:p>
            <a:pPr algn="ctr">
              <a:buNone/>
            </a:pPr>
            <a:r>
              <a:rPr lang="en-US" sz="21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Remove the stopped instance.</a:t>
            </a:r>
          </a:p>
          <a:p>
            <a:pPr algn="ctr">
              <a:buNone/>
            </a:pPr>
            <a:r>
              <a:rPr lang="en-US" sz="21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Discard its writable layer, not its image.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8454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4" name="header-18">
            <a:extLst>
              <a:ext uri="{FF2B5EF4-FFF2-40B4-BE49-F238E27FC236}">
                <a16:creationId xmlns:a16="http://schemas.microsoft.com/office/drawing/2014/main" id="{CA48C644-EBC1-F50A-896A-C26130FB19BD}"/>
              </a:ext>
            </a:extLst>
          </p:cNvPr>
          <p:cNvSpPr/>
          <p:nvPr/>
        </p:nvSpPr>
        <p:spPr>
          <a:xfrm>
            <a:off x="457200" y="457200"/>
            <a:ext cx="11274552" cy="786384"/>
          </a:xfrm>
          <a:prstGeom prst="rect">
            <a:avLst/>
          </a:prstGeom>
          <a:solidFill>
            <a:srgbClr val="243A5E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80" name="title-18">
            <a:extLst>
              <a:ext uri="{FF2B5EF4-FFF2-40B4-BE49-F238E27FC236}">
                <a16:creationId xmlns:a16="http://schemas.microsoft.com/office/drawing/2014/main" id="{65CE5F96-1B5B-A422-8DBE-FF15107AC8D7}"/>
              </a:ext>
            </a:extLst>
          </p:cNvPr>
          <p:cNvSpPr/>
          <p:nvPr/>
        </p:nvSpPr>
        <p:spPr>
          <a:xfrm>
            <a:off x="640080" y="475488"/>
            <a:ext cx="10908792" cy="731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Segoe UI Semibold" panose="020B0702040204020203" pitchFamily="34" charset="0"/>
              </a:rPr>
              <a:t>Observe and Manage the Life Cycle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2007" name="label-18">
            <a:extLst>
              <a:ext uri="{FF2B5EF4-FFF2-40B4-BE49-F238E27FC236}">
                <a16:creationId xmlns:a16="http://schemas.microsoft.com/office/drawing/2014/main" id="{AB60035C-5A8D-1F55-92EB-DBF94A106A1E}"/>
              </a:ext>
            </a:extLst>
          </p:cNvPr>
          <p:cNvSpPr/>
          <p:nvPr/>
        </p:nvSpPr>
        <p:spPr>
          <a:xfrm>
            <a:off x="640080" y="1389888"/>
            <a:ext cx="10908792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 dirty="0">
                <a:solidFill>
                  <a:srgbClr val="0078D4"/>
                </a:solidFill>
                <a:effectLst/>
                <a:latin typeface="Segoe UI Semibold" panose="020B0702040204020203" pitchFamily="34" charset="0"/>
              </a:rPr>
              <a:t>USE EXPLICIT EXERCISE CONTAINER NAMES</a:t>
            </a:r>
          </a:p>
          <a:p>
            <a:pPr algn="l">
              <a:buNone/>
            </a:pPr>
            <a:r>
              <a:rPr lang="en-US" sz="100" dirty="0">
                <a:effectLst/>
              </a:rPr>
              <a:t> </a:t>
            </a:r>
            <a:endParaRPr lang="en-US" dirty="0"/>
          </a:p>
        </p:txBody>
      </p:sp>
      <p:sp>
        <p:nvSpPr>
          <p:cNvPr id="12035" name="d2-observe-ground">
            <a:extLst>
              <a:ext uri="{FF2B5EF4-FFF2-40B4-BE49-F238E27FC236}">
                <a16:creationId xmlns:a16="http://schemas.microsoft.com/office/drawing/2014/main" id="{586AEB75-8374-2308-DB7C-5A35F63F7B74}"/>
              </a:ext>
            </a:extLst>
          </p:cNvPr>
          <p:cNvSpPr/>
          <p:nvPr/>
        </p:nvSpPr>
        <p:spPr>
          <a:xfrm>
            <a:off x="640080" y="1920240"/>
            <a:ext cx="10908792" cy="3438144"/>
          </a:xfrm>
          <a:prstGeom prst="rect">
            <a:avLst/>
          </a:prstGeom>
          <a:solidFill>
            <a:srgbClr val="F2F2F2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64" name="d2-observe">
            <a:extLst>
              <a:ext uri="{FF2B5EF4-FFF2-40B4-BE49-F238E27FC236}">
                <a16:creationId xmlns:a16="http://schemas.microsoft.com/office/drawing/2014/main" id="{825E4FFA-D9DC-E9CB-BF0C-319E96FE9FFF}"/>
              </a:ext>
            </a:extLst>
          </p:cNvPr>
          <p:cNvSpPr/>
          <p:nvPr/>
        </p:nvSpPr>
        <p:spPr>
          <a:xfrm>
            <a:off x="804672" y="2029968"/>
            <a:ext cx="10579608" cy="321868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800" dirty="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docker </a:t>
            </a:r>
            <a:r>
              <a:rPr lang="en-US" sz="1800" dirty="0" err="1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ps</a:t>
            </a:r>
            <a:r>
              <a:rPr lang="en-US" sz="1800" dirty="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 -a</a:t>
            </a:r>
          </a:p>
          <a:p>
            <a:pPr algn="l">
              <a:buNone/>
            </a:pPr>
            <a:r>
              <a:rPr lang="en-US" sz="1800" dirty="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docker logs --tail 10 </a:t>
            </a:r>
            <a:r>
              <a:rPr lang="en-US" sz="1800" dirty="0" err="1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cf</a:t>
            </a:r>
            <a:r>
              <a:rPr lang="en-US" sz="1800" dirty="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-web</a:t>
            </a:r>
          </a:p>
          <a:p>
            <a:pPr algn="l">
              <a:buNone/>
            </a:pPr>
            <a:r>
              <a:rPr lang="en-US" sz="1800" dirty="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docker inspect --format "{{.</a:t>
            </a:r>
            <a:r>
              <a:rPr lang="en-US" sz="1800" dirty="0" err="1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State.Status</a:t>
            </a:r>
            <a:r>
              <a:rPr lang="en-US" sz="1800" dirty="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}}" </a:t>
            </a:r>
            <a:r>
              <a:rPr lang="en-US" sz="1800" dirty="0" err="1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cf</a:t>
            </a:r>
            <a:r>
              <a:rPr lang="en-US" sz="1800" dirty="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-web</a:t>
            </a:r>
          </a:p>
          <a:p>
            <a:pPr algn="l">
              <a:buNone/>
            </a:pPr>
            <a:r>
              <a:rPr lang="en-US" sz="1800" dirty="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docker exec </a:t>
            </a:r>
            <a:r>
              <a:rPr lang="en-US" sz="1800" dirty="0" err="1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cf</a:t>
            </a:r>
            <a:r>
              <a:rPr lang="en-US" sz="1800" dirty="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-web nginx -v</a:t>
            </a:r>
          </a:p>
          <a:p>
            <a:pPr algn="l">
              <a:buNone/>
            </a:pPr>
            <a:r>
              <a:rPr lang="en-US" sz="1800" dirty="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 </a:t>
            </a:r>
          </a:p>
          <a:p>
            <a:pPr algn="l">
              <a:buNone/>
            </a:pPr>
            <a:r>
              <a:rPr lang="en-US" sz="1800" dirty="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docker stop </a:t>
            </a:r>
            <a:r>
              <a:rPr lang="en-US" sz="1800" dirty="0" err="1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cf</a:t>
            </a:r>
            <a:r>
              <a:rPr lang="en-US" sz="1800" dirty="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-web</a:t>
            </a:r>
          </a:p>
          <a:p>
            <a:pPr algn="l">
              <a:buNone/>
            </a:pPr>
            <a:r>
              <a:rPr lang="en-US" sz="1800" dirty="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docker start </a:t>
            </a:r>
            <a:r>
              <a:rPr lang="en-US" sz="1800" dirty="0" err="1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cf</a:t>
            </a:r>
            <a:r>
              <a:rPr lang="en-US" sz="1800" dirty="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-web</a:t>
            </a:r>
          </a:p>
          <a:p>
            <a:pPr algn="l">
              <a:buNone/>
            </a:pPr>
            <a:r>
              <a:rPr lang="en-US" sz="1800" dirty="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docker restart </a:t>
            </a:r>
            <a:r>
              <a:rPr lang="en-US" sz="1800" dirty="0" err="1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cf</a:t>
            </a:r>
            <a:r>
              <a:rPr lang="en-US" sz="1800" dirty="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-web</a:t>
            </a:r>
          </a:p>
          <a:p>
            <a:pPr algn="l">
              <a:buNone/>
            </a:pPr>
            <a:r>
              <a:rPr lang="en-US" sz="1800" dirty="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 </a:t>
            </a:r>
          </a:p>
          <a:p>
            <a:pPr algn="l">
              <a:buNone/>
            </a:pPr>
            <a:r>
              <a:rPr lang="en-US" sz="1800" dirty="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docker exec -it </a:t>
            </a:r>
            <a:r>
              <a:rPr lang="en-US" sz="1800" dirty="0" err="1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cf</a:t>
            </a:r>
            <a:r>
              <a:rPr lang="en-US" sz="1800" dirty="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-web </a:t>
            </a:r>
            <a:r>
              <a:rPr lang="en-US" sz="1800" dirty="0" err="1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sh</a:t>
            </a:r>
            <a:endParaRPr lang="en-US" dirty="0"/>
          </a:p>
        </p:txBody>
      </p:sp>
      <p:sp>
        <p:nvSpPr>
          <p:cNvPr id="12094" name="d2-checkpoint">
            <a:extLst>
              <a:ext uri="{FF2B5EF4-FFF2-40B4-BE49-F238E27FC236}">
                <a16:creationId xmlns:a16="http://schemas.microsoft.com/office/drawing/2014/main" id="{BDF674B9-8DE1-D126-2C67-F04BE96DE565}"/>
              </a:ext>
            </a:extLst>
          </p:cNvPr>
          <p:cNvSpPr/>
          <p:nvPr/>
        </p:nvSpPr>
        <p:spPr>
          <a:xfrm>
            <a:off x="640080" y="5541264"/>
            <a:ext cx="10908792" cy="667512"/>
          </a:xfrm>
          <a:prstGeom prst="rect">
            <a:avLst/>
          </a:prstGeom>
          <a:solidFill>
            <a:srgbClr val="0078D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90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EXPECTED: stop preserves the instance; start reuses it. Exit the</a:t>
            </a:r>
          </a:p>
          <a:p>
            <a:pPr algn="l">
              <a:buNone/>
            </a:pPr>
            <a:r>
              <a:rPr lang="en-US" sz="190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container shell before host cleanup.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943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5" name="header-19">
            <a:extLst>
              <a:ext uri="{FF2B5EF4-FFF2-40B4-BE49-F238E27FC236}">
                <a16:creationId xmlns:a16="http://schemas.microsoft.com/office/drawing/2014/main" id="{9385BD6F-44EA-4955-D329-E07EF5DF7F49}"/>
              </a:ext>
            </a:extLst>
          </p:cNvPr>
          <p:cNvSpPr/>
          <p:nvPr/>
        </p:nvSpPr>
        <p:spPr>
          <a:xfrm>
            <a:off x="457200" y="457200"/>
            <a:ext cx="11274552" cy="786384"/>
          </a:xfrm>
          <a:prstGeom prst="rect">
            <a:avLst/>
          </a:prstGeom>
          <a:solidFill>
            <a:srgbClr val="243A5E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57" name="title-19">
            <a:extLst>
              <a:ext uri="{FF2B5EF4-FFF2-40B4-BE49-F238E27FC236}">
                <a16:creationId xmlns:a16="http://schemas.microsoft.com/office/drawing/2014/main" id="{700AE0E9-C807-1F10-DE2E-D400446D8AA1}"/>
              </a:ext>
            </a:extLst>
          </p:cNvPr>
          <p:cNvSpPr/>
          <p:nvPr/>
        </p:nvSpPr>
        <p:spPr>
          <a:xfrm>
            <a:off x="640080" y="475488"/>
            <a:ext cx="10908792" cy="731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Segoe UI Semibold" panose="020B0702040204020203" pitchFamily="34" charset="0"/>
              </a:rPr>
              <a:t>Attaching Persistent Storage to Containers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2190" name="chapter-label-19">
            <a:extLst>
              <a:ext uri="{FF2B5EF4-FFF2-40B4-BE49-F238E27FC236}">
                <a16:creationId xmlns:a16="http://schemas.microsoft.com/office/drawing/2014/main" id="{3A75710E-8749-BCBC-3CCA-A7C4049CEDB3}"/>
              </a:ext>
            </a:extLst>
          </p:cNvPr>
          <p:cNvSpPr/>
          <p:nvPr/>
        </p:nvSpPr>
        <p:spPr>
          <a:xfrm>
            <a:off x="640080" y="1389888"/>
            <a:ext cx="2194560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0078D4"/>
                </a:solidFill>
                <a:effectLst/>
                <a:latin typeface="Segoe UI Semibold" panose="020B0702040204020203" pitchFamily="34" charset="0"/>
              </a:rPr>
              <a:t>CHAPTER 3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2224" name="writable-layer">
            <a:extLst>
              <a:ext uri="{FF2B5EF4-FFF2-40B4-BE49-F238E27FC236}">
                <a16:creationId xmlns:a16="http://schemas.microsoft.com/office/drawing/2014/main" id="{D50FE84B-3085-21B5-9DEC-163AB6205022}"/>
              </a:ext>
            </a:extLst>
          </p:cNvPr>
          <p:cNvSpPr/>
          <p:nvPr/>
        </p:nvSpPr>
        <p:spPr>
          <a:xfrm>
            <a:off x="640080" y="2020824"/>
            <a:ext cx="3337560" cy="1828800"/>
          </a:xfrm>
          <a:prstGeom prst="rect">
            <a:avLst/>
          </a:prstGeom>
          <a:solidFill>
            <a:srgbClr val="F2F2F2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300" b="1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Writable container layer</a:t>
            </a:r>
          </a:p>
          <a:p>
            <a:pPr algn="ctr">
              <a:buNone/>
            </a:pPr>
            <a:r>
              <a:rPr lang="en-US" sz="20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Removed with the instance</a:t>
            </a:r>
          </a:p>
          <a:p>
            <a:pPr algn="ctr">
              <a:buNone/>
            </a:pPr>
            <a:r>
              <a:rPr lang="en-US" sz="20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Stop / start preserves it</a:t>
            </a:r>
            <a:endParaRPr lang="en-US"/>
          </a:p>
        </p:txBody>
      </p:sp>
      <p:sp>
        <p:nvSpPr>
          <p:cNvPr id="12259" name="named-volume">
            <a:extLst>
              <a:ext uri="{FF2B5EF4-FFF2-40B4-BE49-F238E27FC236}">
                <a16:creationId xmlns:a16="http://schemas.microsoft.com/office/drawing/2014/main" id="{797ED515-ABE8-0EE4-3787-510269005387}"/>
              </a:ext>
            </a:extLst>
          </p:cNvPr>
          <p:cNvSpPr/>
          <p:nvPr/>
        </p:nvSpPr>
        <p:spPr>
          <a:xfrm>
            <a:off x="4425696" y="2020824"/>
            <a:ext cx="3346704" cy="18288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78D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300" b="1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Named volume</a:t>
            </a:r>
          </a:p>
          <a:p>
            <a:pPr algn="ctr">
              <a:buNone/>
            </a:pPr>
            <a:r>
              <a:rPr lang="en-US" sz="20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Managed separately by Docker</a:t>
            </a:r>
          </a:p>
          <a:p>
            <a:pPr algn="ctr">
              <a:buNone/>
            </a:pPr>
            <a:r>
              <a:rPr lang="en-US" sz="20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Survives container removal</a:t>
            </a:r>
            <a:endParaRPr lang="en-US"/>
          </a:p>
        </p:txBody>
      </p:sp>
      <p:sp>
        <p:nvSpPr>
          <p:cNvPr id="12295" name="bind-mount">
            <a:extLst>
              <a:ext uri="{FF2B5EF4-FFF2-40B4-BE49-F238E27FC236}">
                <a16:creationId xmlns:a16="http://schemas.microsoft.com/office/drawing/2014/main" id="{9B9D4772-4482-9971-66EC-DB76D7B96FA9}"/>
              </a:ext>
            </a:extLst>
          </p:cNvPr>
          <p:cNvSpPr/>
          <p:nvPr/>
        </p:nvSpPr>
        <p:spPr>
          <a:xfrm>
            <a:off x="8220456" y="2020824"/>
            <a:ext cx="3328416" cy="1828800"/>
          </a:xfrm>
          <a:prstGeom prst="rect">
            <a:avLst/>
          </a:prstGeom>
          <a:solidFill>
            <a:srgbClr val="F2F2F2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300" b="1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Bind mount</a:t>
            </a:r>
          </a:p>
          <a:p>
            <a:pPr algn="ctr">
              <a:buNone/>
            </a:pPr>
            <a:r>
              <a:rPr lang="en-US" sz="20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Existing Docker-host path</a:t>
            </a:r>
          </a:p>
          <a:p>
            <a:pPr algn="ctr">
              <a:buNone/>
            </a:pPr>
            <a:r>
              <a:rPr lang="en-US" sz="20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Can be attached read-only</a:t>
            </a:r>
            <a:endParaRPr lang="en-US"/>
          </a:p>
        </p:txBody>
      </p:sp>
      <p:sp>
        <p:nvSpPr>
          <p:cNvPr id="12332" name="storage-visible">
            <a:extLst>
              <a:ext uri="{FF2B5EF4-FFF2-40B4-BE49-F238E27FC236}">
                <a16:creationId xmlns:a16="http://schemas.microsoft.com/office/drawing/2014/main" id="{9FAFF292-981A-F80B-8162-8ED1C9F987F4}"/>
              </a:ext>
            </a:extLst>
          </p:cNvPr>
          <p:cNvSpPr/>
          <p:nvPr/>
        </p:nvSpPr>
        <p:spPr>
          <a:xfrm>
            <a:off x="640080" y="4197096"/>
            <a:ext cx="10908792" cy="53035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600" b="1">
                <a:solidFill>
                  <a:srgbClr val="243A5E"/>
                </a:solidFill>
                <a:effectLst/>
                <a:latin typeface="Segoe UI Semibold" panose="020B0702040204020203" pitchFamily="34" charset="0"/>
              </a:rPr>
              <a:t>Mounts hide image files—not delete them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2370" name="storage-copyup">
            <a:extLst>
              <a:ext uri="{FF2B5EF4-FFF2-40B4-BE49-F238E27FC236}">
                <a16:creationId xmlns:a16="http://schemas.microsoft.com/office/drawing/2014/main" id="{A9A3617D-2C70-BD67-FD5D-A6D163BEFFC6}"/>
              </a:ext>
            </a:extLst>
          </p:cNvPr>
          <p:cNvSpPr/>
          <p:nvPr/>
        </p:nvSpPr>
        <p:spPr>
          <a:xfrm>
            <a:off x="640080" y="4855464"/>
            <a:ext cx="10908792" cy="120700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3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An empty named volume is populated from the image directory</a:t>
            </a:r>
          </a:p>
          <a:p>
            <a:pPr algn="l">
              <a:buNone/>
            </a:pPr>
            <a:r>
              <a:rPr lang="en-US" sz="23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by default. A bind mount does not copy image content into</a:t>
            </a:r>
          </a:p>
          <a:p>
            <a:pPr algn="l">
              <a:buNone/>
            </a:pPr>
            <a:r>
              <a:rPr lang="en-US" sz="23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the host path.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2235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9" name="header-20">
            <a:extLst>
              <a:ext uri="{FF2B5EF4-FFF2-40B4-BE49-F238E27FC236}">
                <a16:creationId xmlns:a16="http://schemas.microsoft.com/office/drawing/2014/main" id="{754C36D2-A255-048B-D941-C8A132C9A9F1}"/>
              </a:ext>
            </a:extLst>
          </p:cNvPr>
          <p:cNvSpPr/>
          <p:nvPr/>
        </p:nvSpPr>
        <p:spPr>
          <a:xfrm>
            <a:off x="457200" y="457200"/>
            <a:ext cx="11274552" cy="786384"/>
          </a:xfrm>
          <a:prstGeom prst="rect">
            <a:avLst/>
          </a:prstGeom>
          <a:solidFill>
            <a:srgbClr val="243A5E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49" name="title-20">
            <a:extLst>
              <a:ext uri="{FF2B5EF4-FFF2-40B4-BE49-F238E27FC236}">
                <a16:creationId xmlns:a16="http://schemas.microsoft.com/office/drawing/2014/main" id="{300EA4CE-1B8B-20A9-8A04-4BFADD1F80D4}"/>
              </a:ext>
            </a:extLst>
          </p:cNvPr>
          <p:cNvSpPr/>
          <p:nvPr/>
        </p:nvSpPr>
        <p:spPr>
          <a:xfrm>
            <a:off x="640080" y="475488"/>
            <a:ext cx="10908792" cy="731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Segoe UI Semibold" panose="020B0702040204020203" pitchFamily="34" charset="0"/>
              </a:rPr>
              <a:t>Attach Persistent Storage to Nginx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2490" name="label-20">
            <a:extLst>
              <a:ext uri="{FF2B5EF4-FFF2-40B4-BE49-F238E27FC236}">
                <a16:creationId xmlns:a16="http://schemas.microsoft.com/office/drawing/2014/main" id="{28898E82-6C2F-6D4A-F3EE-231631A300B9}"/>
              </a:ext>
            </a:extLst>
          </p:cNvPr>
          <p:cNvSpPr/>
          <p:nvPr/>
        </p:nvSpPr>
        <p:spPr>
          <a:xfrm>
            <a:off x="640080" y="1389888"/>
            <a:ext cx="10908792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 dirty="0">
                <a:solidFill>
                  <a:srgbClr val="0078D4"/>
                </a:solidFill>
                <a:effectLst/>
                <a:latin typeface="Segoe UI Semibold" panose="020B0702040204020203" pitchFamily="34" charset="0"/>
              </a:rPr>
              <a:t>NAMED VOLUME FIRST; READ-ONLY BIND MOUNT OPTIONAL</a:t>
            </a:r>
          </a:p>
          <a:p>
            <a:pPr algn="l">
              <a:buNone/>
            </a:pPr>
            <a:r>
              <a:rPr lang="en-US" sz="100" dirty="0">
                <a:effectLst/>
              </a:rPr>
              <a:t> </a:t>
            </a:r>
            <a:endParaRPr lang="en-US" dirty="0"/>
          </a:p>
        </p:txBody>
      </p:sp>
      <p:sp>
        <p:nvSpPr>
          <p:cNvPr id="12532" name="d3-volume-ground">
            <a:extLst>
              <a:ext uri="{FF2B5EF4-FFF2-40B4-BE49-F238E27FC236}">
                <a16:creationId xmlns:a16="http://schemas.microsoft.com/office/drawing/2014/main" id="{2FEFF088-71A2-78AA-A231-11893FEF0EE8}"/>
              </a:ext>
            </a:extLst>
          </p:cNvPr>
          <p:cNvSpPr/>
          <p:nvPr/>
        </p:nvSpPr>
        <p:spPr>
          <a:xfrm>
            <a:off x="640080" y="1901952"/>
            <a:ext cx="10908792" cy="1947672"/>
          </a:xfrm>
          <a:prstGeom prst="rect">
            <a:avLst/>
          </a:prstGeom>
          <a:solidFill>
            <a:srgbClr val="F2F2F2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75" name="d3-volume">
            <a:extLst>
              <a:ext uri="{FF2B5EF4-FFF2-40B4-BE49-F238E27FC236}">
                <a16:creationId xmlns:a16="http://schemas.microsoft.com/office/drawing/2014/main" id="{413E82F4-0477-CEE7-4D7A-12BFBC5FDD9D}"/>
              </a:ext>
            </a:extLst>
          </p:cNvPr>
          <p:cNvSpPr/>
          <p:nvPr/>
        </p:nvSpPr>
        <p:spPr>
          <a:xfrm>
            <a:off x="804672" y="2011680"/>
            <a:ext cx="10579608" cy="172821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800" dirty="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docker volume create </a:t>
            </a:r>
            <a:r>
              <a:rPr lang="en-US" sz="1800" dirty="0" err="1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cf</a:t>
            </a:r>
            <a:r>
              <a:rPr lang="en-US" sz="1800" dirty="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-html</a:t>
            </a:r>
          </a:p>
          <a:p>
            <a:pPr algn="l">
              <a:buNone/>
            </a:pPr>
            <a:r>
              <a:rPr lang="en-US" sz="1800" dirty="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docker run -d --name </a:t>
            </a:r>
            <a:r>
              <a:rPr lang="en-US" sz="1800" dirty="0" err="1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cf</a:t>
            </a:r>
            <a:r>
              <a:rPr lang="en-US" sz="1800" dirty="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-volume \</a:t>
            </a:r>
          </a:p>
          <a:p>
            <a:pPr algn="l">
              <a:buNone/>
            </a:pPr>
            <a:r>
              <a:rPr lang="en-US" sz="1800" dirty="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  -p 127.0.0.1:8081:80 \</a:t>
            </a:r>
          </a:p>
          <a:p>
            <a:pPr algn="l">
              <a:buNone/>
            </a:pPr>
            <a:r>
              <a:rPr lang="en-US" sz="1800" dirty="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  --mount type=</a:t>
            </a:r>
            <a:r>
              <a:rPr lang="en-US" sz="1800" dirty="0" err="1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volume,src</a:t>
            </a:r>
            <a:r>
              <a:rPr lang="en-US" sz="1800" dirty="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1800" dirty="0" err="1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cf-html,dst</a:t>
            </a:r>
            <a:r>
              <a:rPr lang="en-US" sz="1800" dirty="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=/</a:t>
            </a:r>
            <a:r>
              <a:rPr lang="en-US" sz="1800" dirty="0" err="1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usr</a:t>
            </a:r>
            <a:r>
              <a:rPr lang="en-US" sz="1800" dirty="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/share/nginx/html \</a:t>
            </a:r>
          </a:p>
          <a:p>
            <a:pPr algn="l">
              <a:buNone/>
            </a:pPr>
            <a:r>
              <a:rPr lang="en-US" sz="1800" dirty="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  "$BASE_IMAGE"</a:t>
            </a:r>
            <a:endParaRPr lang="en-US" dirty="0"/>
          </a:p>
        </p:txBody>
      </p:sp>
      <p:sp>
        <p:nvSpPr>
          <p:cNvPr id="12619" name="volume-first-instance">
            <a:extLst>
              <a:ext uri="{FF2B5EF4-FFF2-40B4-BE49-F238E27FC236}">
                <a16:creationId xmlns:a16="http://schemas.microsoft.com/office/drawing/2014/main" id="{C6E1C1FD-BFAE-16A0-A1A0-835AB0F48CCC}"/>
              </a:ext>
            </a:extLst>
          </p:cNvPr>
          <p:cNvSpPr/>
          <p:nvPr/>
        </p:nvSpPr>
        <p:spPr>
          <a:xfrm>
            <a:off x="640080" y="4142232"/>
            <a:ext cx="3337560" cy="1097280"/>
          </a:xfrm>
          <a:prstGeom prst="rect">
            <a:avLst/>
          </a:prstGeom>
          <a:solidFill>
            <a:srgbClr val="F2F2F2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200" b="1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cf-volume</a:t>
            </a:r>
          </a:p>
          <a:p>
            <a:pPr algn="ctr">
              <a:buNone/>
            </a:pPr>
            <a:r>
              <a:rPr lang="en-US" sz="18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Write the Nginx page</a:t>
            </a:r>
            <a:endParaRPr lang="en-US"/>
          </a:p>
        </p:txBody>
      </p:sp>
      <p:sp>
        <p:nvSpPr>
          <p:cNvPr id="12664" name="first-volume-arrow">
            <a:extLst>
              <a:ext uri="{FF2B5EF4-FFF2-40B4-BE49-F238E27FC236}">
                <a16:creationId xmlns:a16="http://schemas.microsoft.com/office/drawing/2014/main" id="{AA31C9DE-9DD4-5B63-27B0-228894AA1CDE}"/>
              </a:ext>
            </a:extLst>
          </p:cNvPr>
          <p:cNvSpPr/>
          <p:nvPr/>
        </p:nvSpPr>
        <p:spPr>
          <a:xfrm>
            <a:off x="4069080" y="4526280"/>
            <a:ext cx="356616" cy="329184"/>
          </a:xfrm>
          <a:prstGeom prst="rightArrow">
            <a:avLst/>
          </a:prstGeom>
          <a:solidFill>
            <a:srgbClr val="0078D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10" name="volume-persistent-data">
            <a:extLst>
              <a:ext uri="{FF2B5EF4-FFF2-40B4-BE49-F238E27FC236}">
                <a16:creationId xmlns:a16="http://schemas.microsoft.com/office/drawing/2014/main" id="{F45786FB-A60E-1FC7-77C1-F9E5E3CC331B}"/>
              </a:ext>
            </a:extLst>
          </p:cNvPr>
          <p:cNvSpPr/>
          <p:nvPr/>
        </p:nvSpPr>
        <p:spPr>
          <a:xfrm>
            <a:off x="4544568" y="4142232"/>
            <a:ext cx="3072384" cy="1097280"/>
          </a:xfrm>
          <a:prstGeom prst="rect">
            <a:avLst/>
          </a:prstGeom>
          <a:solidFill>
            <a:srgbClr val="0078D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200" b="1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cf-html</a:t>
            </a:r>
          </a:p>
          <a:p>
            <a:pPr algn="ctr">
              <a:buNone/>
            </a:pPr>
            <a:r>
              <a:rPr lang="en-US" sz="180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Retain the data</a:t>
            </a:r>
            <a:endParaRPr lang="en-US"/>
          </a:p>
        </p:txBody>
      </p:sp>
      <p:sp>
        <p:nvSpPr>
          <p:cNvPr id="12757" name="volume-next-arrow">
            <a:extLst>
              <a:ext uri="{FF2B5EF4-FFF2-40B4-BE49-F238E27FC236}">
                <a16:creationId xmlns:a16="http://schemas.microsoft.com/office/drawing/2014/main" id="{566BE4B4-A9F7-E666-FE7C-41A4F653AB96}"/>
              </a:ext>
            </a:extLst>
          </p:cNvPr>
          <p:cNvSpPr/>
          <p:nvPr/>
        </p:nvSpPr>
        <p:spPr>
          <a:xfrm>
            <a:off x="7708392" y="4526280"/>
            <a:ext cx="356616" cy="329184"/>
          </a:xfrm>
          <a:prstGeom prst="rightArrow">
            <a:avLst/>
          </a:prstGeom>
          <a:solidFill>
            <a:srgbClr val="0078D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05" name="volume-next-instance">
            <a:extLst>
              <a:ext uri="{FF2B5EF4-FFF2-40B4-BE49-F238E27FC236}">
                <a16:creationId xmlns:a16="http://schemas.microsoft.com/office/drawing/2014/main" id="{DBAA2E09-77F8-D888-658F-8CF244B51F2F}"/>
              </a:ext>
            </a:extLst>
          </p:cNvPr>
          <p:cNvSpPr/>
          <p:nvPr/>
        </p:nvSpPr>
        <p:spPr>
          <a:xfrm>
            <a:off x="8193024" y="4142232"/>
            <a:ext cx="3355848" cy="1097280"/>
          </a:xfrm>
          <a:prstGeom prst="rect">
            <a:avLst/>
          </a:prstGeom>
          <a:solidFill>
            <a:srgbClr val="F2F2F2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200" b="1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cf-volume-next</a:t>
            </a:r>
          </a:p>
          <a:p>
            <a:pPr algn="ctr">
              <a:buNone/>
            </a:pPr>
            <a:r>
              <a:rPr lang="en-US" sz="18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Mount the same volume</a:t>
            </a:r>
            <a:endParaRPr lang="en-US"/>
          </a:p>
        </p:txBody>
      </p:sp>
      <p:sp>
        <p:nvSpPr>
          <p:cNvPr id="12854" name="d3-checkpoint">
            <a:extLst>
              <a:ext uri="{FF2B5EF4-FFF2-40B4-BE49-F238E27FC236}">
                <a16:creationId xmlns:a16="http://schemas.microsoft.com/office/drawing/2014/main" id="{0D848F49-9A81-19E8-2AFC-18AC305AAACF}"/>
              </a:ext>
            </a:extLst>
          </p:cNvPr>
          <p:cNvSpPr/>
          <p:nvPr/>
        </p:nvSpPr>
        <p:spPr>
          <a:xfrm>
            <a:off x="640080" y="5614416"/>
            <a:ext cx="10908792" cy="5943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0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EXPECTED: the replacement still serves Persistent Nginx page. Keep</a:t>
            </a:r>
          </a:p>
          <a:p>
            <a:pPr algn="l">
              <a:buNone/>
            </a:pPr>
            <a:r>
              <a:rPr lang="en-US" sz="20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cf-html until final cleanup.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4707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4" name="header-21">
            <a:extLst>
              <a:ext uri="{FF2B5EF4-FFF2-40B4-BE49-F238E27FC236}">
                <a16:creationId xmlns:a16="http://schemas.microsoft.com/office/drawing/2014/main" id="{D19B5879-6C40-6BD0-5B2A-8D30DF7F334F}"/>
              </a:ext>
            </a:extLst>
          </p:cNvPr>
          <p:cNvSpPr/>
          <p:nvPr/>
        </p:nvSpPr>
        <p:spPr>
          <a:xfrm>
            <a:off x="457200" y="457200"/>
            <a:ext cx="11274552" cy="786384"/>
          </a:xfrm>
          <a:prstGeom prst="rect">
            <a:avLst/>
          </a:prstGeom>
          <a:solidFill>
            <a:srgbClr val="243A5E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55" name="title-21">
            <a:extLst>
              <a:ext uri="{FF2B5EF4-FFF2-40B4-BE49-F238E27FC236}">
                <a16:creationId xmlns:a16="http://schemas.microsoft.com/office/drawing/2014/main" id="{51B40C2F-ACBC-A564-38DD-C61F4B03233D}"/>
              </a:ext>
            </a:extLst>
          </p:cNvPr>
          <p:cNvSpPr/>
          <p:nvPr/>
        </p:nvSpPr>
        <p:spPr>
          <a:xfrm>
            <a:off x="640080" y="475488"/>
            <a:ext cx="10908792" cy="731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Segoe UI Semibold" panose="020B0702040204020203" pitchFamily="34" charset="0"/>
              </a:rPr>
              <a:t>Accessing Containers and Mapping Ports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007" name="chapter-label-21">
            <a:extLst>
              <a:ext uri="{FF2B5EF4-FFF2-40B4-BE49-F238E27FC236}">
                <a16:creationId xmlns:a16="http://schemas.microsoft.com/office/drawing/2014/main" id="{3C3E0818-C932-7E7A-C085-786D35B8C37D}"/>
              </a:ext>
            </a:extLst>
          </p:cNvPr>
          <p:cNvSpPr/>
          <p:nvPr/>
        </p:nvSpPr>
        <p:spPr>
          <a:xfrm>
            <a:off x="640080" y="1389888"/>
            <a:ext cx="2194560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0078D4"/>
                </a:solidFill>
                <a:effectLst/>
                <a:latin typeface="Segoe UI Semibold" panose="020B0702040204020203" pitchFamily="34" charset="0"/>
              </a:rPr>
              <a:t>CHAPTER 3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060" name="port-caller">
            <a:extLst>
              <a:ext uri="{FF2B5EF4-FFF2-40B4-BE49-F238E27FC236}">
                <a16:creationId xmlns:a16="http://schemas.microsoft.com/office/drawing/2014/main" id="{6E6EF721-E045-8DD2-9F2A-7A102242F0D9}"/>
              </a:ext>
            </a:extLst>
          </p:cNvPr>
          <p:cNvSpPr/>
          <p:nvPr/>
        </p:nvSpPr>
        <p:spPr>
          <a:xfrm>
            <a:off x="640080" y="2313432"/>
            <a:ext cx="3099816" cy="1463040"/>
          </a:xfrm>
          <a:prstGeom prst="rect">
            <a:avLst/>
          </a:prstGeom>
          <a:solidFill>
            <a:srgbClr val="F2F2F2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300" b="1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Docker-host client</a:t>
            </a:r>
          </a:p>
          <a:p>
            <a:pPr algn="ctr">
              <a:buNone/>
            </a:pPr>
            <a:r>
              <a:rPr lang="en-US" sz="22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127.0.0.1:8082</a:t>
            </a:r>
            <a:endParaRPr lang="en-US"/>
          </a:p>
        </p:txBody>
      </p:sp>
      <p:sp>
        <p:nvSpPr>
          <p:cNvPr id="13114" name="host-port-arrow">
            <a:extLst>
              <a:ext uri="{FF2B5EF4-FFF2-40B4-BE49-F238E27FC236}">
                <a16:creationId xmlns:a16="http://schemas.microsoft.com/office/drawing/2014/main" id="{E9EC1DF1-EA2E-F531-5D6F-D15BE9ADE5F5}"/>
              </a:ext>
            </a:extLst>
          </p:cNvPr>
          <p:cNvSpPr/>
          <p:nvPr/>
        </p:nvSpPr>
        <p:spPr>
          <a:xfrm>
            <a:off x="3831336" y="2825496"/>
            <a:ext cx="448056" cy="338328"/>
          </a:xfrm>
          <a:prstGeom prst="rightArrow">
            <a:avLst/>
          </a:prstGeom>
          <a:solidFill>
            <a:srgbClr val="0078D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69" name="port-mapping">
            <a:extLst>
              <a:ext uri="{FF2B5EF4-FFF2-40B4-BE49-F238E27FC236}">
                <a16:creationId xmlns:a16="http://schemas.microsoft.com/office/drawing/2014/main" id="{BC9F38DC-3833-0AC3-2649-E16BBFC80B25}"/>
              </a:ext>
            </a:extLst>
          </p:cNvPr>
          <p:cNvSpPr/>
          <p:nvPr/>
        </p:nvSpPr>
        <p:spPr>
          <a:xfrm>
            <a:off x="4416552" y="2313432"/>
            <a:ext cx="3090672" cy="1463040"/>
          </a:xfrm>
          <a:prstGeom prst="rect">
            <a:avLst/>
          </a:prstGeom>
          <a:solidFill>
            <a:srgbClr val="0078D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300" b="1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Published mapping</a:t>
            </a:r>
          </a:p>
          <a:p>
            <a:pPr algn="ctr">
              <a:buNone/>
            </a:pPr>
            <a:r>
              <a:rPr lang="en-US" sz="220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8082 → 80</a:t>
            </a:r>
            <a:endParaRPr lang="en-US"/>
          </a:p>
        </p:txBody>
      </p:sp>
      <p:sp>
        <p:nvSpPr>
          <p:cNvPr id="13225" name="container-port-arrow">
            <a:extLst>
              <a:ext uri="{FF2B5EF4-FFF2-40B4-BE49-F238E27FC236}">
                <a16:creationId xmlns:a16="http://schemas.microsoft.com/office/drawing/2014/main" id="{C143F394-78EE-6D2D-2050-CD569077D389}"/>
              </a:ext>
            </a:extLst>
          </p:cNvPr>
          <p:cNvSpPr/>
          <p:nvPr/>
        </p:nvSpPr>
        <p:spPr>
          <a:xfrm>
            <a:off x="7626096" y="2825496"/>
            <a:ext cx="448056" cy="338328"/>
          </a:xfrm>
          <a:prstGeom prst="rightArrow">
            <a:avLst/>
          </a:prstGeom>
          <a:solidFill>
            <a:srgbClr val="0078D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82" name="port-service">
            <a:extLst>
              <a:ext uri="{FF2B5EF4-FFF2-40B4-BE49-F238E27FC236}">
                <a16:creationId xmlns:a16="http://schemas.microsoft.com/office/drawing/2014/main" id="{5D98FCDD-273E-B51E-B255-126D55ADDCBD}"/>
              </a:ext>
            </a:extLst>
          </p:cNvPr>
          <p:cNvSpPr/>
          <p:nvPr/>
        </p:nvSpPr>
        <p:spPr>
          <a:xfrm>
            <a:off x="8202168" y="2313432"/>
            <a:ext cx="3346704" cy="1463040"/>
          </a:xfrm>
          <a:prstGeom prst="rect">
            <a:avLst/>
          </a:prstGeom>
          <a:solidFill>
            <a:srgbClr val="F2F2F2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300" b="1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cf-ports / Nginx</a:t>
            </a:r>
          </a:p>
          <a:p>
            <a:pPr algn="ctr">
              <a:buNone/>
            </a:pPr>
            <a:r>
              <a:rPr lang="en-US" sz="22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Container port 80</a:t>
            </a:r>
            <a:endParaRPr lang="en-US"/>
          </a:p>
        </p:txBody>
      </p:sp>
      <p:sp>
        <p:nvSpPr>
          <p:cNvPr id="13340" name="port-expose-limit">
            <a:extLst>
              <a:ext uri="{FF2B5EF4-FFF2-40B4-BE49-F238E27FC236}">
                <a16:creationId xmlns:a16="http://schemas.microsoft.com/office/drawing/2014/main" id="{E4A1B36E-3849-5F39-5597-C4CBDF627B99}"/>
              </a:ext>
            </a:extLst>
          </p:cNvPr>
          <p:cNvSpPr/>
          <p:nvPr/>
        </p:nvSpPr>
        <p:spPr>
          <a:xfrm>
            <a:off x="640080" y="4215384"/>
            <a:ext cx="10908792" cy="850392"/>
          </a:xfrm>
          <a:prstGeom prst="rect">
            <a:avLst/>
          </a:prstGeom>
          <a:solidFill>
            <a:srgbClr val="0078D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30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EXPOSE documents an intended port. It does not publish a</a:t>
            </a:r>
          </a:p>
          <a:p>
            <a:pPr algn="l">
              <a:buNone/>
            </a:pPr>
            <a:r>
              <a:rPr lang="en-US" sz="230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host port.</a:t>
            </a:r>
            <a:endParaRPr lang="en-US"/>
          </a:p>
        </p:txBody>
      </p:sp>
      <p:sp>
        <p:nvSpPr>
          <p:cNvPr id="13399" name="port-loopback-scope">
            <a:extLst>
              <a:ext uri="{FF2B5EF4-FFF2-40B4-BE49-F238E27FC236}">
                <a16:creationId xmlns:a16="http://schemas.microsoft.com/office/drawing/2014/main" id="{00F0F4C7-5F07-8654-3CA2-A9FF1CB9A7D1}"/>
              </a:ext>
            </a:extLst>
          </p:cNvPr>
          <p:cNvSpPr/>
          <p:nvPr/>
        </p:nvSpPr>
        <p:spPr>
          <a:xfrm>
            <a:off x="640080" y="5440680"/>
            <a:ext cx="10908792" cy="76809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2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Test from the Docker host inside the lab. A personal-laptop</a:t>
            </a:r>
          </a:p>
          <a:p>
            <a:pPr algn="l">
              <a:buNone/>
            </a:pPr>
            <a:r>
              <a:rPr lang="en-US" sz="22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localhost is a different machine.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2182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9" name="header-22">
            <a:extLst>
              <a:ext uri="{FF2B5EF4-FFF2-40B4-BE49-F238E27FC236}">
                <a16:creationId xmlns:a16="http://schemas.microsoft.com/office/drawing/2014/main" id="{0FABDFED-6D59-499F-AD7B-065295321A99}"/>
              </a:ext>
            </a:extLst>
          </p:cNvPr>
          <p:cNvSpPr/>
          <p:nvPr/>
        </p:nvSpPr>
        <p:spPr>
          <a:xfrm>
            <a:off x="457200" y="457200"/>
            <a:ext cx="11274552" cy="786384"/>
          </a:xfrm>
          <a:prstGeom prst="rect">
            <a:avLst/>
          </a:prstGeom>
          <a:solidFill>
            <a:srgbClr val="243A5E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20" name="title-22">
            <a:extLst>
              <a:ext uri="{FF2B5EF4-FFF2-40B4-BE49-F238E27FC236}">
                <a16:creationId xmlns:a16="http://schemas.microsoft.com/office/drawing/2014/main" id="{9CEF140F-1E8D-B0BB-5D83-D7F793B0392B}"/>
              </a:ext>
            </a:extLst>
          </p:cNvPr>
          <p:cNvSpPr/>
          <p:nvPr/>
        </p:nvSpPr>
        <p:spPr>
          <a:xfrm>
            <a:off x="640080" y="475488"/>
            <a:ext cx="10908792" cy="731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Segoe UI Semibold" panose="020B0702040204020203" pitchFamily="34" charset="0"/>
              </a:rPr>
              <a:t>Map Ports and Access Nginx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582" name="label-22">
            <a:extLst>
              <a:ext uri="{FF2B5EF4-FFF2-40B4-BE49-F238E27FC236}">
                <a16:creationId xmlns:a16="http://schemas.microsoft.com/office/drawing/2014/main" id="{5CE3584D-6391-B516-0139-E19105ED3B87}"/>
              </a:ext>
            </a:extLst>
          </p:cNvPr>
          <p:cNvSpPr/>
          <p:nvPr/>
        </p:nvSpPr>
        <p:spPr>
          <a:xfrm>
            <a:off x="640080" y="1389888"/>
            <a:ext cx="10908792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 dirty="0">
                <a:solidFill>
                  <a:srgbClr val="0078D4"/>
                </a:solidFill>
                <a:effectLst/>
                <a:latin typeface="Segoe UI Semibold" panose="020B0702040204020203" pitchFamily="34" charset="0"/>
              </a:rPr>
              <a:t>DOCKER-HOST LOOPBACK 8082 → CONTAINER 80</a:t>
            </a:r>
          </a:p>
          <a:p>
            <a:pPr algn="l">
              <a:buNone/>
            </a:pPr>
            <a:r>
              <a:rPr lang="en-US" sz="100" dirty="0">
                <a:effectLst/>
              </a:rPr>
              <a:t> </a:t>
            </a:r>
            <a:endParaRPr lang="en-US" dirty="0"/>
          </a:p>
        </p:txBody>
      </p:sp>
      <p:sp>
        <p:nvSpPr>
          <p:cNvPr id="13645" name="d4-commands-ground">
            <a:extLst>
              <a:ext uri="{FF2B5EF4-FFF2-40B4-BE49-F238E27FC236}">
                <a16:creationId xmlns:a16="http://schemas.microsoft.com/office/drawing/2014/main" id="{DD3271A2-8D87-3EBA-B253-0A4C5506F4A9}"/>
              </a:ext>
            </a:extLst>
          </p:cNvPr>
          <p:cNvSpPr/>
          <p:nvPr/>
        </p:nvSpPr>
        <p:spPr>
          <a:xfrm>
            <a:off x="640080" y="1920240"/>
            <a:ext cx="10908792" cy="3474720"/>
          </a:xfrm>
          <a:prstGeom prst="rect">
            <a:avLst/>
          </a:prstGeom>
          <a:solidFill>
            <a:srgbClr val="F2F2F2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74" name="d4-checkpoint">
            <a:extLst>
              <a:ext uri="{FF2B5EF4-FFF2-40B4-BE49-F238E27FC236}">
                <a16:creationId xmlns:a16="http://schemas.microsoft.com/office/drawing/2014/main" id="{A90BC7CB-5BA1-C206-2196-BC0AEFAB65C4}"/>
              </a:ext>
            </a:extLst>
          </p:cNvPr>
          <p:cNvSpPr/>
          <p:nvPr/>
        </p:nvSpPr>
        <p:spPr>
          <a:xfrm>
            <a:off x="640080" y="5596128"/>
            <a:ext cx="10908792" cy="603504"/>
          </a:xfrm>
          <a:prstGeom prst="rect">
            <a:avLst/>
          </a:prstGeom>
          <a:solidFill>
            <a:srgbClr val="0078D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00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EXPECTED: the mapping is visible and curl reaches Nginx through the</a:t>
            </a:r>
          </a:p>
          <a:p>
            <a:pPr algn="l">
              <a:buNone/>
            </a:pPr>
            <a:r>
              <a:rPr lang="en-US" sz="200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new host port.</a:t>
            </a:r>
            <a:endParaRPr lang="en-US"/>
          </a:p>
        </p:txBody>
      </p:sp>
      <p:sp>
        <p:nvSpPr>
          <p:cNvPr id="27912" name="d4-commands-corrected">
            <a:extLst>
              <a:ext uri="{FF2B5EF4-FFF2-40B4-BE49-F238E27FC236}">
                <a16:creationId xmlns:a16="http://schemas.microsoft.com/office/drawing/2014/main" id="{BBD5E565-3059-FCFD-DBDE-FDA3F739142D}"/>
              </a:ext>
            </a:extLst>
          </p:cNvPr>
          <p:cNvSpPr/>
          <p:nvPr/>
        </p:nvSpPr>
        <p:spPr>
          <a:xfrm>
            <a:off x="804672" y="2029968"/>
            <a:ext cx="10579608" cy="325526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800" dirty="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docker run -d --name </a:t>
            </a:r>
            <a:r>
              <a:rPr lang="en-US" sz="1800" dirty="0" err="1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cf</a:t>
            </a:r>
            <a:r>
              <a:rPr lang="en-US" sz="1800" dirty="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-ports \</a:t>
            </a:r>
          </a:p>
          <a:p>
            <a:pPr algn="l">
              <a:buNone/>
            </a:pPr>
            <a:r>
              <a:rPr lang="en-US" sz="1800" dirty="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  -p 127.0.0.1:8082:80 "$BASE_IMAGE"</a:t>
            </a:r>
          </a:p>
          <a:p>
            <a:pPr algn="l">
              <a:buNone/>
            </a:pPr>
            <a:r>
              <a:rPr lang="en-US" sz="1800" dirty="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docker port </a:t>
            </a:r>
            <a:r>
              <a:rPr lang="en-US" sz="1800" dirty="0" err="1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cf</a:t>
            </a:r>
            <a:r>
              <a:rPr lang="en-US" sz="1800" dirty="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-ports</a:t>
            </a:r>
          </a:p>
          <a:p>
            <a:pPr algn="l">
              <a:buNone/>
            </a:pPr>
            <a:r>
              <a:rPr lang="en-US" sz="1800" dirty="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curl -</a:t>
            </a:r>
            <a:r>
              <a:rPr lang="en-US" sz="1800" dirty="0" err="1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fsS</a:t>
            </a:r>
            <a:r>
              <a:rPr lang="en-US" sz="1800" dirty="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 --retry 10 --retry-</a:t>
            </a:r>
            <a:r>
              <a:rPr lang="en-US" sz="1800" dirty="0" err="1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connrefused</a:t>
            </a:r>
            <a:r>
              <a:rPr lang="en-US" sz="1800" dirty="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 --retry-delay 1 \</a:t>
            </a:r>
          </a:p>
          <a:p>
            <a:pPr algn="l">
              <a:buNone/>
            </a:pPr>
            <a:r>
              <a:rPr lang="en-US" sz="1800" dirty="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  http://127.0.0.1:8082</a:t>
            </a:r>
          </a:p>
          <a:p>
            <a:pPr algn="l">
              <a:buNone/>
            </a:pPr>
            <a:r>
              <a:rPr lang="en-US" sz="1800" dirty="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docker exec </a:t>
            </a:r>
            <a:r>
              <a:rPr lang="en-US" sz="1800" dirty="0" err="1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cf</a:t>
            </a:r>
            <a:r>
              <a:rPr lang="en-US" sz="1800" dirty="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-ports </a:t>
            </a:r>
            <a:r>
              <a:rPr lang="en-US" sz="1800" dirty="0" err="1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sh</a:t>
            </a:r>
            <a:r>
              <a:rPr lang="en-US" sz="1800" dirty="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 -c \</a:t>
            </a:r>
          </a:p>
          <a:p>
            <a:pPr algn="l">
              <a:buNone/>
            </a:pPr>
            <a:r>
              <a:rPr lang="en-US" sz="1800" dirty="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  "head -n 3 /</a:t>
            </a:r>
            <a:r>
              <a:rPr lang="en-US" sz="1800" dirty="0" err="1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usr</a:t>
            </a:r>
            <a:r>
              <a:rPr lang="en-US" sz="1800" dirty="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/share/nginx/html/index.html"</a:t>
            </a:r>
          </a:p>
          <a:p>
            <a:pPr algn="l">
              <a:buNone/>
            </a:pPr>
            <a:r>
              <a:rPr lang="en-US" sz="1800" dirty="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docker stop </a:t>
            </a:r>
            <a:r>
              <a:rPr lang="en-US" sz="1800" dirty="0" err="1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cf</a:t>
            </a:r>
            <a:r>
              <a:rPr lang="en-US" sz="1800" dirty="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-ports</a:t>
            </a:r>
          </a:p>
          <a:p>
            <a:pPr algn="l">
              <a:buNone/>
            </a:pPr>
            <a:r>
              <a:rPr lang="en-US" sz="1800" dirty="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docker rm </a:t>
            </a:r>
            <a:r>
              <a:rPr lang="en-US" sz="1800" dirty="0" err="1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cf</a:t>
            </a:r>
            <a:r>
              <a:rPr lang="en-US" sz="1800" dirty="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-ports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1008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0" name="header-24">
            <a:extLst>
              <a:ext uri="{FF2B5EF4-FFF2-40B4-BE49-F238E27FC236}">
                <a16:creationId xmlns:a16="http://schemas.microsoft.com/office/drawing/2014/main" id="{41F015F8-628A-CAF7-0FF2-F2E396EFA6FA}"/>
              </a:ext>
            </a:extLst>
          </p:cNvPr>
          <p:cNvSpPr/>
          <p:nvPr/>
        </p:nvSpPr>
        <p:spPr>
          <a:xfrm>
            <a:off x="457200" y="457200"/>
            <a:ext cx="11274552" cy="786384"/>
          </a:xfrm>
          <a:prstGeom prst="rect">
            <a:avLst/>
          </a:prstGeom>
          <a:solidFill>
            <a:srgbClr val="243A5E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07" name="title-24">
            <a:extLst>
              <a:ext uri="{FF2B5EF4-FFF2-40B4-BE49-F238E27FC236}">
                <a16:creationId xmlns:a16="http://schemas.microsoft.com/office/drawing/2014/main" id="{2C6E840A-F8B6-DAC3-02C5-3EB0A8A070D3}"/>
              </a:ext>
            </a:extLst>
          </p:cNvPr>
          <p:cNvSpPr/>
          <p:nvPr/>
        </p:nvSpPr>
        <p:spPr>
          <a:xfrm>
            <a:off x="640080" y="475488"/>
            <a:ext cx="10908792" cy="731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Segoe UI Semibold" panose="020B0702040204020203" pitchFamily="34" charset="0"/>
              </a:rPr>
              <a:t>Managing Container Images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3975" name="chapter-number-24">
            <a:extLst>
              <a:ext uri="{FF2B5EF4-FFF2-40B4-BE49-F238E27FC236}">
                <a16:creationId xmlns:a16="http://schemas.microsoft.com/office/drawing/2014/main" id="{557AB864-03A2-E34D-B500-C8B7744FE756}"/>
              </a:ext>
            </a:extLst>
          </p:cNvPr>
          <p:cNvSpPr/>
          <p:nvPr/>
        </p:nvSpPr>
        <p:spPr>
          <a:xfrm>
            <a:off x="640080" y="1920240"/>
            <a:ext cx="1828800" cy="14630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7600" b="1">
                <a:solidFill>
                  <a:srgbClr val="0078D4"/>
                </a:solidFill>
                <a:effectLst/>
                <a:latin typeface="Segoe UI Semibold" panose="020B0702040204020203" pitchFamily="34" charset="0"/>
              </a:rPr>
              <a:t>04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044" name="chapter-word-24">
            <a:extLst>
              <a:ext uri="{FF2B5EF4-FFF2-40B4-BE49-F238E27FC236}">
                <a16:creationId xmlns:a16="http://schemas.microsoft.com/office/drawing/2014/main" id="{66F5E397-280B-29A2-3B10-C3B0CA8F6C48}"/>
              </a:ext>
            </a:extLst>
          </p:cNvPr>
          <p:cNvSpPr/>
          <p:nvPr/>
        </p:nvSpPr>
        <p:spPr>
          <a:xfrm>
            <a:off x="640080" y="3419856"/>
            <a:ext cx="18288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 b="1">
                <a:solidFill>
                  <a:srgbClr val="0078D4"/>
                </a:solidFill>
                <a:effectLst/>
                <a:latin typeface="Segoe UI Semibold" panose="020B0702040204020203" pitchFamily="34" charset="0"/>
              </a:rPr>
              <a:t>CHAPTER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114" name="chapter-scope-24-0">
            <a:extLst>
              <a:ext uri="{FF2B5EF4-FFF2-40B4-BE49-F238E27FC236}">
                <a16:creationId xmlns:a16="http://schemas.microsoft.com/office/drawing/2014/main" id="{1B0D5049-87CB-8C58-E865-F6A925768F43}"/>
              </a:ext>
            </a:extLst>
          </p:cNvPr>
          <p:cNvSpPr/>
          <p:nvPr/>
        </p:nvSpPr>
        <p:spPr>
          <a:xfrm>
            <a:off x="2880360" y="1965960"/>
            <a:ext cx="8641080" cy="53035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300" b="1">
                <a:solidFill>
                  <a:srgbClr val="243A5E"/>
                </a:solidFill>
                <a:effectLst/>
                <a:latin typeface="Segoe UI Semibold" panose="020B0702040204020203" pitchFamily="34" charset="0"/>
              </a:rPr>
              <a:t>Accessing registries: discovery, trust and authentication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185" name="chapter-scope-24-1">
            <a:extLst>
              <a:ext uri="{FF2B5EF4-FFF2-40B4-BE49-F238E27FC236}">
                <a16:creationId xmlns:a16="http://schemas.microsoft.com/office/drawing/2014/main" id="{09D54AB3-CFF3-F265-1C44-8BA5FCABA55A}"/>
              </a:ext>
            </a:extLst>
          </p:cNvPr>
          <p:cNvSpPr/>
          <p:nvPr/>
        </p:nvSpPr>
        <p:spPr>
          <a:xfrm>
            <a:off x="2880360" y="2834640"/>
            <a:ext cx="8641080" cy="53035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300" b="1">
                <a:solidFill>
                  <a:srgbClr val="243A5E"/>
                </a:solidFill>
                <a:effectLst/>
                <a:latin typeface="Segoe UI Semibold" panose="020B0702040204020203" pitchFamily="34" charset="0"/>
              </a:rPr>
              <a:t>Image tags, local copies, archives and removal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257" name="chapter-scope-24-2">
            <a:extLst>
              <a:ext uri="{FF2B5EF4-FFF2-40B4-BE49-F238E27FC236}">
                <a16:creationId xmlns:a16="http://schemas.microsoft.com/office/drawing/2014/main" id="{E34FEF87-223A-D5EC-C510-B8759ABDAB96}"/>
              </a:ext>
            </a:extLst>
          </p:cNvPr>
          <p:cNvSpPr/>
          <p:nvPr/>
        </p:nvSpPr>
        <p:spPr>
          <a:xfrm>
            <a:off x="2880360" y="3703320"/>
            <a:ext cx="8641080" cy="53035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300" b="1">
                <a:solidFill>
                  <a:srgbClr val="243A5E"/>
                </a:solidFill>
                <a:effectLst/>
                <a:latin typeface="Segoe UI Semibold" panose="020B0702040204020203" pitchFamily="34" charset="0"/>
              </a:rPr>
              <a:t>Optional snapshots and private-repository publishing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330" name="chapter-goal-24">
            <a:extLst>
              <a:ext uri="{FF2B5EF4-FFF2-40B4-BE49-F238E27FC236}">
                <a16:creationId xmlns:a16="http://schemas.microsoft.com/office/drawing/2014/main" id="{5A215532-9E05-6AE6-0D09-E9F81E83B6B2}"/>
              </a:ext>
            </a:extLst>
          </p:cNvPr>
          <p:cNvSpPr/>
          <p:nvPr/>
        </p:nvSpPr>
        <p:spPr>
          <a:xfrm>
            <a:off x="2880360" y="5166360"/>
            <a:ext cx="8641080" cy="749808"/>
          </a:xfrm>
          <a:prstGeom prst="rect">
            <a:avLst/>
          </a:prstGeom>
          <a:solidFill>
            <a:srgbClr val="0078D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90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Discover, identify, transfer, and publish image content.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2326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04" name="header-25">
            <a:extLst>
              <a:ext uri="{FF2B5EF4-FFF2-40B4-BE49-F238E27FC236}">
                <a16:creationId xmlns:a16="http://schemas.microsoft.com/office/drawing/2014/main" id="{D18F6449-55C1-AC68-8E44-A22A3DBDE810}"/>
              </a:ext>
            </a:extLst>
          </p:cNvPr>
          <p:cNvSpPr/>
          <p:nvPr/>
        </p:nvSpPr>
        <p:spPr>
          <a:xfrm>
            <a:off x="457200" y="457200"/>
            <a:ext cx="11274552" cy="786384"/>
          </a:xfrm>
          <a:prstGeom prst="rect">
            <a:avLst/>
          </a:prstGeom>
          <a:solidFill>
            <a:srgbClr val="243A5E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79" name="title-25">
            <a:extLst>
              <a:ext uri="{FF2B5EF4-FFF2-40B4-BE49-F238E27FC236}">
                <a16:creationId xmlns:a16="http://schemas.microsoft.com/office/drawing/2014/main" id="{D5004D37-98F7-338F-2811-E26194E644D3}"/>
              </a:ext>
            </a:extLst>
          </p:cNvPr>
          <p:cNvSpPr/>
          <p:nvPr/>
        </p:nvSpPr>
        <p:spPr>
          <a:xfrm>
            <a:off x="640080" y="475488"/>
            <a:ext cx="10908792" cy="731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Segoe UI Semibold" panose="020B0702040204020203" pitchFamily="34" charset="0"/>
              </a:rPr>
              <a:t>Registries, Repositories and Tags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555" name="chapter-label-25">
            <a:extLst>
              <a:ext uri="{FF2B5EF4-FFF2-40B4-BE49-F238E27FC236}">
                <a16:creationId xmlns:a16="http://schemas.microsoft.com/office/drawing/2014/main" id="{9035DCFD-C712-2F2E-F785-1CB606C84616}"/>
              </a:ext>
            </a:extLst>
          </p:cNvPr>
          <p:cNvSpPr/>
          <p:nvPr/>
        </p:nvSpPr>
        <p:spPr>
          <a:xfrm>
            <a:off x="640080" y="1389888"/>
            <a:ext cx="2194560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0078D4"/>
                </a:solidFill>
                <a:effectLst/>
                <a:latin typeface="Segoe UI Semibold" panose="020B0702040204020203" pitchFamily="34" charset="0"/>
              </a:rPr>
              <a:t>CHAPTER 4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4632" name="registry-name-parts-ground">
            <a:extLst>
              <a:ext uri="{FF2B5EF4-FFF2-40B4-BE49-F238E27FC236}">
                <a16:creationId xmlns:a16="http://schemas.microsoft.com/office/drawing/2014/main" id="{1664A6C1-4F61-DF10-3677-16726DF6A58D}"/>
              </a:ext>
            </a:extLst>
          </p:cNvPr>
          <p:cNvSpPr/>
          <p:nvPr/>
        </p:nvSpPr>
        <p:spPr>
          <a:xfrm>
            <a:off x="640080" y="1901952"/>
            <a:ext cx="10908792" cy="822960"/>
          </a:xfrm>
          <a:prstGeom prst="rect">
            <a:avLst/>
          </a:prstGeom>
          <a:solidFill>
            <a:srgbClr val="F2F2F2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10" name="registry-name-parts">
            <a:extLst>
              <a:ext uri="{FF2B5EF4-FFF2-40B4-BE49-F238E27FC236}">
                <a16:creationId xmlns:a16="http://schemas.microsoft.com/office/drawing/2014/main" id="{AB07669B-C454-A5EB-0FCD-B01DE6F06946}"/>
              </a:ext>
            </a:extLst>
          </p:cNvPr>
          <p:cNvSpPr/>
          <p:nvPr/>
        </p:nvSpPr>
        <p:spPr>
          <a:xfrm>
            <a:off x="804672" y="2011680"/>
            <a:ext cx="10579608" cy="60350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600" dirty="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docker.io / library/nginx : alpine</a:t>
            </a:r>
          </a:p>
          <a:p>
            <a:pPr algn="l">
              <a:buNone/>
            </a:pPr>
            <a:r>
              <a:rPr lang="en-US" sz="100" dirty="0">
                <a:effectLst/>
              </a:rPr>
              <a:t> </a:t>
            </a:r>
            <a:endParaRPr lang="en-US" dirty="0"/>
          </a:p>
        </p:txBody>
      </p:sp>
      <p:sp>
        <p:nvSpPr>
          <p:cNvPr id="14789" name="image-name-card-0">
            <a:extLst>
              <a:ext uri="{FF2B5EF4-FFF2-40B4-BE49-F238E27FC236}">
                <a16:creationId xmlns:a16="http://schemas.microsoft.com/office/drawing/2014/main" id="{82F41372-0C96-A4C6-3445-703F67086A49}"/>
              </a:ext>
            </a:extLst>
          </p:cNvPr>
          <p:cNvSpPr/>
          <p:nvPr/>
        </p:nvSpPr>
        <p:spPr>
          <a:xfrm>
            <a:off x="640080" y="3127248"/>
            <a:ext cx="3355848" cy="1691640"/>
          </a:xfrm>
          <a:prstGeom prst="rect">
            <a:avLst/>
          </a:prstGeom>
          <a:solidFill>
            <a:srgbClr val="F2F2F2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500" b="1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Registry</a:t>
            </a:r>
          </a:p>
          <a:p>
            <a:pPr algn="ctr">
              <a:buNone/>
            </a:pPr>
            <a:r>
              <a:rPr lang="en-US" sz="20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Distributes images</a:t>
            </a:r>
          </a:p>
          <a:p>
            <a:pPr algn="ctr">
              <a:buNone/>
            </a:pPr>
            <a:r>
              <a:rPr lang="en-US" sz="20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Public or private access</a:t>
            </a:r>
            <a:endParaRPr lang="en-US"/>
          </a:p>
        </p:txBody>
      </p:sp>
      <p:sp>
        <p:nvSpPr>
          <p:cNvPr id="14869" name="image-name-card-1">
            <a:extLst>
              <a:ext uri="{FF2B5EF4-FFF2-40B4-BE49-F238E27FC236}">
                <a16:creationId xmlns:a16="http://schemas.microsoft.com/office/drawing/2014/main" id="{09449DEE-D38C-9A7B-B581-2C92C0FE86B4}"/>
              </a:ext>
            </a:extLst>
          </p:cNvPr>
          <p:cNvSpPr/>
          <p:nvPr/>
        </p:nvSpPr>
        <p:spPr>
          <a:xfrm>
            <a:off x="4416552" y="3127248"/>
            <a:ext cx="3355848" cy="1691640"/>
          </a:xfrm>
          <a:prstGeom prst="rect">
            <a:avLst/>
          </a:prstGeom>
          <a:solidFill>
            <a:srgbClr val="F2F2F2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500" b="1" dirty="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Repository</a:t>
            </a:r>
          </a:p>
          <a:p>
            <a:pPr algn="ctr">
              <a:buNone/>
            </a:pPr>
            <a:r>
              <a:rPr lang="en-US" sz="2000" dirty="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Namespace and image name</a:t>
            </a:r>
          </a:p>
          <a:p>
            <a:pPr algn="ctr">
              <a:buNone/>
            </a:pPr>
            <a:r>
              <a:rPr lang="en-US" sz="2000" dirty="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Groups related image content</a:t>
            </a:r>
            <a:endParaRPr lang="en-US" dirty="0"/>
          </a:p>
        </p:txBody>
      </p:sp>
      <p:sp>
        <p:nvSpPr>
          <p:cNvPr id="14950" name="image-name-card-2">
            <a:extLst>
              <a:ext uri="{FF2B5EF4-FFF2-40B4-BE49-F238E27FC236}">
                <a16:creationId xmlns:a16="http://schemas.microsoft.com/office/drawing/2014/main" id="{D723451A-29C9-6E42-AD26-82F859E546E0}"/>
              </a:ext>
            </a:extLst>
          </p:cNvPr>
          <p:cNvSpPr/>
          <p:nvPr/>
        </p:nvSpPr>
        <p:spPr>
          <a:xfrm>
            <a:off x="8193024" y="3127248"/>
            <a:ext cx="3355848" cy="1691640"/>
          </a:xfrm>
          <a:prstGeom prst="rect">
            <a:avLst/>
          </a:prstGeom>
          <a:solidFill>
            <a:srgbClr val="F2F2F2"/>
          </a:solidFill>
          <a:ln w="12700">
            <a:solidFill>
              <a:srgbClr val="0078D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500" b="1" dirty="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Tag / digest</a:t>
            </a:r>
          </a:p>
          <a:p>
            <a:pPr algn="ctr">
              <a:buNone/>
            </a:pPr>
            <a:r>
              <a:rPr lang="en-US" sz="2000" dirty="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Tag: mutable label</a:t>
            </a:r>
          </a:p>
          <a:p>
            <a:pPr algn="ctr">
              <a:buNone/>
            </a:pPr>
            <a:r>
              <a:rPr lang="en-US" sz="2000" dirty="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Digest: content identity</a:t>
            </a:r>
            <a:endParaRPr lang="en-US" dirty="0"/>
          </a:p>
        </p:txBody>
      </p:sp>
      <p:sp>
        <p:nvSpPr>
          <p:cNvPr id="15032" name="private-reason">
            <a:extLst>
              <a:ext uri="{FF2B5EF4-FFF2-40B4-BE49-F238E27FC236}">
                <a16:creationId xmlns:a16="http://schemas.microsoft.com/office/drawing/2014/main" id="{C8CEDE05-B168-458B-D70D-5C6BF109CEA6}"/>
              </a:ext>
            </a:extLst>
          </p:cNvPr>
          <p:cNvSpPr/>
          <p:nvPr/>
        </p:nvSpPr>
        <p:spPr>
          <a:xfrm>
            <a:off x="640080" y="5358384"/>
            <a:ext cx="10908792" cy="78638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3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Private access controls distribution. It does not</a:t>
            </a:r>
          </a:p>
          <a:p>
            <a:pPr algn="l">
              <a:buNone/>
            </a:pPr>
            <a:r>
              <a:rPr lang="en-US" sz="23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automatically establish image quality or security.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1357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15" name="header-26">
            <a:extLst>
              <a:ext uri="{FF2B5EF4-FFF2-40B4-BE49-F238E27FC236}">
                <a16:creationId xmlns:a16="http://schemas.microsoft.com/office/drawing/2014/main" id="{80793E15-3C7A-8222-B5A3-8DB39C70790C}"/>
              </a:ext>
            </a:extLst>
          </p:cNvPr>
          <p:cNvSpPr/>
          <p:nvPr/>
        </p:nvSpPr>
        <p:spPr>
          <a:xfrm>
            <a:off x="457200" y="457200"/>
            <a:ext cx="11274552" cy="786384"/>
          </a:xfrm>
          <a:prstGeom prst="rect">
            <a:avLst/>
          </a:prstGeom>
          <a:solidFill>
            <a:srgbClr val="243A5E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99" name="title-26">
            <a:extLst>
              <a:ext uri="{FF2B5EF4-FFF2-40B4-BE49-F238E27FC236}">
                <a16:creationId xmlns:a16="http://schemas.microsoft.com/office/drawing/2014/main" id="{4F0DFD12-9FE6-DE14-93AF-F7D9BC43F2E0}"/>
              </a:ext>
            </a:extLst>
          </p:cNvPr>
          <p:cNvSpPr/>
          <p:nvPr/>
        </p:nvSpPr>
        <p:spPr>
          <a:xfrm>
            <a:off x="640080" y="475488"/>
            <a:ext cx="10908792" cy="731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Segoe UI Semibold" panose="020B0702040204020203" pitchFamily="34" charset="0"/>
              </a:rPr>
              <a:t>Trust and Registry Configuration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284" name="chapter-label-26">
            <a:extLst>
              <a:ext uri="{FF2B5EF4-FFF2-40B4-BE49-F238E27FC236}">
                <a16:creationId xmlns:a16="http://schemas.microsoft.com/office/drawing/2014/main" id="{59C4299C-9C6D-054E-AA25-16BAD0F16728}"/>
              </a:ext>
            </a:extLst>
          </p:cNvPr>
          <p:cNvSpPr/>
          <p:nvPr/>
        </p:nvSpPr>
        <p:spPr>
          <a:xfrm>
            <a:off x="640080" y="1389888"/>
            <a:ext cx="2194560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0078D4"/>
                </a:solidFill>
                <a:effectLst/>
                <a:latin typeface="Segoe UI Semibold" panose="020B0702040204020203" pitchFamily="34" charset="0"/>
              </a:rPr>
              <a:t>CHAPTER 4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370" name="trust-panel">
            <a:extLst>
              <a:ext uri="{FF2B5EF4-FFF2-40B4-BE49-F238E27FC236}">
                <a16:creationId xmlns:a16="http://schemas.microsoft.com/office/drawing/2014/main" id="{DC8418B2-FB14-309F-744C-9B89747D146E}"/>
              </a:ext>
            </a:extLst>
          </p:cNvPr>
          <p:cNvSpPr/>
          <p:nvPr/>
        </p:nvSpPr>
        <p:spPr>
          <a:xfrm>
            <a:off x="640080" y="1938528"/>
            <a:ext cx="5166360" cy="3520440"/>
          </a:xfrm>
          <a:prstGeom prst="rect">
            <a:avLst/>
          </a:prstGeom>
          <a:solidFill>
            <a:srgbClr val="F2F2F2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57" name="registry-config-panel">
            <a:extLst>
              <a:ext uri="{FF2B5EF4-FFF2-40B4-BE49-F238E27FC236}">
                <a16:creationId xmlns:a16="http://schemas.microsoft.com/office/drawing/2014/main" id="{E9BAA83A-59E7-EC10-409B-95EC27D088B4}"/>
              </a:ext>
            </a:extLst>
          </p:cNvPr>
          <p:cNvSpPr/>
          <p:nvPr/>
        </p:nvSpPr>
        <p:spPr>
          <a:xfrm>
            <a:off x="6254496" y="1938528"/>
            <a:ext cx="5294376" cy="3520440"/>
          </a:xfrm>
          <a:prstGeom prst="rect">
            <a:avLst/>
          </a:prstGeom>
          <a:solidFill>
            <a:srgbClr val="F2F2F2"/>
          </a:solidFill>
          <a:ln w="12700">
            <a:solidFill>
              <a:srgbClr val="0078D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45" name="trust-panel-title">
            <a:extLst>
              <a:ext uri="{FF2B5EF4-FFF2-40B4-BE49-F238E27FC236}">
                <a16:creationId xmlns:a16="http://schemas.microsoft.com/office/drawing/2014/main" id="{9CAF1BDE-16D3-26AC-1B17-7EEDE9B131D6}"/>
              </a:ext>
            </a:extLst>
          </p:cNvPr>
          <p:cNvSpPr/>
          <p:nvPr/>
        </p:nvSpPr>
        <p:spPr>
          <a:xfrm>
            <a:off x="841248" y="2130552"/>
            <a:ext cx="4764024" cy="53035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500" b="1">
                <a:solidFill>
                  <a:srgbClr val="243A5E"/>
                </a:solidFill>
                <a:effectLst/>
                <a:latin typeface="Segoe UI Semibold" panose="020B0702040204020203" pitchFamily="34" charset="0"/>
              </a:rPr>
              <a:t>Evaluate provenance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634" name="trust-panel-body">
            <a:extLst>
              <a:ext uri="{FF2B5EF4-FFF2-40B4-BE49-F238E27FC236}">
                <a16:creationId xmlns:a16="http://schemas.microsoft.com/office/drawing/2014/main" id="{68B93A57-2CC4-932D-B63B-BBCA4962E233}"/>
              </a:ext>
            </a:extLst>
          </p:cNvPr>
          <p:cNvSpPr/>
          <p:nvPr/>
        </p:nvSpPr>
        <p:spPr>
          <a:xfrm>
            <a:off x="841248" y="2752344"/>
            <a:ext cx="4764024" cy="24231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1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Publisher and build recipe</a:t>
            </a:r>
          </a:p>
          <a:p>
            <a:pPr algn="l">
              <a:buNone/>
            </a:pPr>
            <a:r>
              <a:rPr lang="en-US" sz="21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Maintenance and scanning</a:t>
            </a:r>
          </a:p>
          <a:p>
            <a:pPr algn="l">
              <a:buNone/>
            </a:pPr>
            <a:r>
              <a:rPr lang="en-US" sz="21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Runtime privileges</a:t>
            </a:r>
          </a:p>
          <a:p>
            <a:pPr algn="l">
              <a:buNone/>
            </a:pPr>
            <a:r>
              <a:rPr lang="en-US" sz="21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Access controls</a:t>
            </a:r>
          </a:p>
          <a:p>
            <a:pPr algn="l">
              <a:buNone/>
            </a:pPr>
            <a:r>
              <a:rPr lang="en-US" sz="21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 </a:t>
            </a:r>
          </a:p>
          <a:p>
            <a:pPr algn="l">
              <a:buNone/>
            </a:pPr>
            <a:r>
              <a:rPr lang="en-US" sz="21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Official ≠ risk-free</a:t>
            </a:r>
          </a:p>
          <a:p>
            <a:pPr algn="l">
              <a:buNone/>
            </a:pPr>
            <a:r>
              <a:rPr lang="en-US" sz="21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Custom ≠ harmful</a:t>
            </a:r>
            <a:endParaRPr lang="en-US"/>
          </a:p>
        </p:txBody>
      </p:sp>
      <p:sp>
        <p:nvSpPr>
          <p:cNvPr id="15724" name="config-panel-title">
            <a:extLst>
              <a:ext uri="{FF2B5EF4-FFF2-40B4-BE49-F238E27FC236}">
                <a16:creationId xmlns:a16="http://schemas.microsoft.com/office/drawing/2014/main" id="{C1399923-0F3A-0FB0-BF68-2F9D9D964855}"/>
              </a:ext>
            </a:extLst>
          </p:cNvPr>
          <p:cNvSpPr/>
          <p:nvPr/>
        </p:nvSpPr>
        <p:spPr>
          <a:xfrm>
            <a:off x="6464808" y="2130552"/>
            <a:ext cx="4855464" cy="53035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200" b="1">
                <a:solidFill>
                  <a:srgbClr val="243A5E"/>
                </a:solidFill>
                <a:effectLst/>
                <a:latin typeface="Segoe UI Semibold" panose="020B0702040204020203" pitchFamily="34" charset="0"/>
              </a:rPr>
              <a:t>Use Docker-appropriate access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5815" name="config-panel-body">
            <a:extLst>
              <a:ext uri="{FF2B5EF4-FFF2-40B4-BE49-F238E27FC236}">
                <a16:creationId xmlns:a16="http://schemas.microsoft.com/office/drawing/2014/main" id="{B4AE145A-C0E3-3DE9-9D3A-549B8BF38D0B}"/>
              </a:ext>
            </a:extLst>
          </p:cNvPr>
          <p:cNvSpPr/>
          <p:nvPr/>
        </p:nvSpPr>
        <p:spPr>
          <a:xfrm>
            <a:off x="6464808" y="2752344"/>
            <a:ext cx="4855464" cy="24231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1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Fully qualified image names</a:t>
            </a:r>
          </a:p>
          <a:p>
            <a:pPr algn="l">
              <a:buNone/>
            </a:pPr>
            <a:r>
              <a:rPr lang="en-US" sz="21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Docker Hub default</a:t>
            </a:r>
          </a:p>
          <a:p>
            <a:pPr algn="l">
              <a:buNone/>
            </a:pPr>
            <a:r>
              <a:rPr lang="en-US" sz="21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Approved credential helpers</a:t>
            </a:r>
          </a:p>
          <a:p>
            <a:pPr algn="l">
              <a:buNone/>
            </a:pPr>
            <a:r>
              <a:rPr lang="en-US" sz="21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Trusted TLS certificates</a:t>
            </a:r>
          </a:p>
          <a:p>
            <a:pPr algn="l">
              <a:buNone/>
            </a:pPr>
            <a:r>
              <a:rPr lang="en-US" sz="21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Administrator-managed</a:t>
            </a:r>
          </a:p>
          <a:p>
            <a:pPr algn="l">
              <a:buNone/>
            </a:pPr>
            <a:r>
              <a:rPr lang="en-US" sz="21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mirrors / proxies</a:t>
            </a:r>
            <a:endParaRPr lang="en-US"/>
          </a:p>
        </p:txBody>
      </p:sp>
      <p:sp>
        <p:nvSpPr>
          <p:cNvPr id="15907" name="registry-safe-tls">
            <a:extLst>
              <a:ext uri="{FF2B5EF4-FFF2-40B4-BE49-F238E27FC236}">
                <a16:creationId xmlns:a16="http://schemas.microsoft.com/office/drawing/2014/main" id="{EB4BB8C0-CD48-486A-3834-EB565442F74D}"/>
              </a:ext>
            </a:extLst>
          </p:cNvPr>
          <p:cNvSpPr/>
          <p:nvPr/>
        </p:nvSpPr>
        <p:spPr>
          <a:xfrm>
            <a:off x="640080" y="5678424"/>
            <a:ext cx="10908792" cy="548640"/>
          </a:xfrm>
          <a:prstGeom prst="rect">
            <a:avLst/>
          </a:prstGeom>
          <a:solidFill>
            <a:srgbClr val="0078D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90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Keep TLS verification enabled. Learners do not edit daemon or host</a:t>
            </a:r>
          </a:p>
          <a:p>
            <a:pPr algn="l">
              <a:buNone/>
            </a:pPr>
            <a:r>
              <a:rPr lang="en-US" sz="190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security settings.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8839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00" name="header-27">
            <a:extLst>
              <a:ext uri="{FF2B5EF4-FFF2-40B4-BE49-F238E27FC236}">
                <a16:creationId xmlns:a16="http://schemas.microsoft.com/office/drawing/2014/main" id="{40061E7A-1AC4-D9BC-1E07-A872346831E4}"/>
              </a:ext>
            </a:extLst>
          </p:cNvPr>
          <p:cNvSpPr/>
          <p:nvPr/>
        </p:nvSpPr>
        <p:spPr>
          <a:xfrm>
            <a:off x="457200" y="457200"/>
            <a:ext cx="11274552" cy="786384"/>
          </a:xfrm>
          <a:prstGeom prst="rect">
            <a:avLst/>
          </a:prstGeom>
          <a:solidFill>
            <a:srgbClr val="243A5E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94" name="title-27">
            <a:extLst>
              <a:ext uri="{FF2B5EF4-FFF2-40B4-BE49-F238E27FC236}">
                <a16:creationId xmlns:a16="http://schemas.microsoft.com/office/drawing/2014/main" id="{0A1AE057-E026-31FD-34ED-BFC77DE2668E}"/>
              </a:ext>
            </a:extLst>
          </p:cNvPr>
          <p:cNvSpPr/>
          <p:nvPr/>
        </p:nvSpPr>
        <p:spPr>
          <a:xfrm>
            <a:off x="640080" y="475488"/>
            <a:ext cx="10908792" cy="731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Segoe UI Semibold" panose="020B0702040204020203" pitchFamily="34" charset="0"/>
              </a:rPr>
              <a:t>Searching Images and Registry HTTP API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6189" name="chapter-label-27">
            <a:extLst>
              <a:ext uri="{FF2B5EF4-FFF2-40B4-BE49-F238E27FC236}">
                <a16:creationId xmlns:a16="http://schemas.microsoft.com/office/drawing/2014/main" id="{C9B2F341-677F-3D54-1823-DF8C3AA0E9B8}"/>
              </a:ext>
            </a:extLst>
          </p:cNvPr>
          <p:cNvSpPr/>
          <p:nvPr/>
        </p:nvSpPr>
        <p:spPr>
          <a:xfrm>
            <a:off x="640080" y="1389888"/>
            <a:ext cx="2194560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0078D4"/>
                </a:solidFill>
                <a:effectLst/>
                <a:latin typeface="Segoe UI Semibold" panose="020B0702040204020203" pitchFamily="34" charset="0"/>
              </a:rPr>
              <a:t>CHAPTER 4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6285" name="search-panel">
            <a:extLst>
              <a:ext uri="{FF2B5EF4-FFF2-40B4-BE49-F238E27FC236}">
                <a16:creationId xmlns:a16="http://schemas.microsoft.com/office/drawing/2014/main" id="{042DB380-2894-D834-3179-3498A01AFF9B}"/>
              </a:ext>
            </a:extLst>
          </p:cNvPr>
          <p:cNvSpPr/>
          <p:nvPr/>
        </p:nvSpPr>
        <p:spPr>
          <a:xfrm>
            <a:off x="640080" y="1920240"/>
            <a:ext cx="5166360" cy="3648456"/>
          </a:xfrm>
          <a:prstGeom prst="rect">
            <a:avLst/>
          </a:prstGeom>
          <a:solidFill>
            <a:srgbClr val="F2F2F2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82" name="api-panel">
            <a:extLst>
              <a:ext uri="{FF2B5EF4-FFF2-40B4-BE49-F238E27FC236}">
                <a16:creationId xmlns:a16="http://schemas.microsoft.com/office/drawing/2014/main" id="{D3186281-80FF-2E69-BA15-EC5DC615CCF0}"/>
              </a:ext>
            </a:extLst>
          </p:cNvPr>
          <p:cNvSpPr/>
          <p:nvPr/>
        </p:nvSpPr>
        <p:spPr>
          <a:xfrm>
            <a:off x="6254496" y="1920240"/>
            <a:ext cx="5294376" cy="3648456"/>
          </a:xfrm>
          <a:prstGeom prst="rect">
            <a:avLst/>
          </a:prstGeom>
          <a:solidFill>
            <a:srgbClr val="F2F2F2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80" name="search-title">
            <a:extLst>
              <a:ext uri="{FF2B5EF4-FFF2-40B4-BE49-F238E27FC236}">
                <a16:creationId xmlns:a16="http://schemas.microsoft.com/office/drawing/2014/main" id="{6D490D5A-1CB4-1DA3-010A-2079AB775D38}"/>
              </a:ext>
            </a:extLst>
          </p:cNvPr>
          <p:cNvSpPr/>
          <p:nvPr/>
        </p:nvSpPr>
        <p:spPr>
          <a:xfrm>
            <a:off x="850392" y="2103120"/>
            <a:ext cx="4745736" cy="53035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500" b="1">
                <a:solidFill>
                  <a:srgbClr val="243A5E"/>
                </a:solidFill>
                <a:effectLst/>
                <a:latin typeface="Segoe UI Semibold" panose="020B0702040204020203" pitchFamily="34" charset="0"/>
              </a:rPr>
              <a:t>Docker Hub search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6579" name="search-body">
            <a:extLst>
              <a:ext uri="{FF2B5EF4-FFF2-40B4-BE49-F238E27FC236}">
                <a16:creationId xmlns:a16="http://schemas.microsoft.com/office/drawing/2014/main" id="{C51CE684-027E-CAC7-B3DE-50BB9CDD3181}"/>
              </a:ext>
            </a:extLst>
          </p:cNvPr>
          <p:cNvSpPr/>
          <p:nvPr/>
        </p:nvSpPr>
        <p:spPr>
          <a:xfrm>
            <a:off x="850392" y="2788920"/>
            <a:ext cx="4745736" cy="130759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1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docker search searches</a:t>
            </a:r>
          </a:p>
          <a:p>
            <a:pPr algn="l">
              <a:buNone/>
            </a:pPr>
            <a:r>
              <a:rPr lang="en-US" sz="21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Docker Hub—not every</a:t>
            </a:r>
          </a:p>
          <a:p>
            <a:pPr algn="l">
              <a:buNone/>
            </a:pPr>
            <a:r>
              <a:rPr lang="en-US" sz="21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registry. Other registries</a:t>
            </a:r>
          </a:p>
          <a:p>
            <a:pPr algn="l">
              <a:buNone/>
            </a:pPr>
            <a:r>
              <a:rPr lang="en-US" sz="21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use their own discovery</a:t>
            </a:r>
          </a:p>
          <a:p>
            <a:pPr algn="l">
              <a:buNone/>
            </a:pPr>
            <a:r>
              <a:rPr lang="en-US" sz="21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interface.</a:t>
            </a:r>
            <a:endParaRPr lang="en-US"/>
          </a:p>
        </p:txBody>
      </p:sp>
      <p:sp>
        <p:nvSpPr>
          <p:cNvPr id="16679" name="search-flags">
            <a:extLst>
              <a:ext uri="{FF2B5EF4-FFF2-40B4-BE49-F238E27FC236}">
                <a16:creationId xmlns:a16="http://schemas.microsoft.com/office/drawing/2014/main" id="{5DAEA3FD-7593-EBF7-8EA6-4F2AF2220414}"/>
              </a:ext>
            </a:extLst>
          </p:cNvPr>
          <p:cNvSpPr/>
          <p:nvPr/>
        </p:nvSpPr>
        <p:spPr>
          <a:xfrm>
            <a:off x="850392" y="4343400"/>
            <a:ext cx="4745736" cy="8229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800">
                <a:solidFill>
                  <a:srgbClr val="0078D4"/>
                </a:solidFill>
                <a:effectLst/>
                <a:latin typeface="Courier New" panose="02070309020205020404" pitchFamily="49" charset="0"/>
              </a:rPr>
              <a:t>--limit 5</a:t>
            </a:r>
          </a:p>
          <a:p>
            <a:pPr algn="l">
              <a:buNone/>
            </a:pPr>
            <a:r>
              <a:rPr lang="en-US" sz="1800">
                <a:solidFill>
                  <a:srgbClr val="0078D4"/>
                </a:solidFill>
                <a:effectLst/>
                <a:latin typeface="Courier New" panose="02070309020205020404" pitchFamily="49" charset="0"/>
              </a:rPr>
              <a:t>--filter is-official=true</a:t>
            </a:r>
            <a:endParaRPr lang="en-US"/>
          </a:p>
        </p:txBody>
      </p:sp>
      <p:sp>
        <p:nvSpPr>
          <p:cNvPr id="16780" name="api-title">
            <a:extLst>
              <a:ext uri="{FF2B5EF4-FFF2-40B4-BE49-F238E27FC236}">
                <a16:creationId xmlns:a16="http://schemas.microsoft.com/office/drawing/2014/main" id="{00FFA474-118A-3756-4D56-5FFC16C9CD90}"/>
              </a:ext>
            </a:extLst>
          </p:cNvPr>
          <p:cNvSpPr/>
          <p:nvPr/>
        </p:nvSpPr>
        <p:spPr>
          <a:xfrm>
            <a:off x="6464808" y="2103120"/>
            <a:ext cx="4855464" cy="53035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500" b="1">
                <a:solidFill>
                  <a:srgbClr val="243A5E"/>
                </a:solidFill>
                <a:effectLst/>
                <a:latin typeface="Segoe UI Semibold" panose="020B0702040204020203" pitchFamily="34" charset="0"/>
              </a:rPr>
              <a:t>Generic endpoint paths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6882" name="api-paths">
            <a:extLst>
              <a:ext uri="{FF2B5EF4-FFF2-40B4-BE49-F238E27FC236}">
                <a16:creationId xmlns:a16="http://schemas.microsoft.com/office/drawing/2014/main" id="{4D2BCA5F-C0C8-5469-2549-92CA11ACE4FC}"/>
              </a:ext>
            </a:extLst>
          </p:cNvPr>
          <p:cNvSpPr/>
          <p:nvPr/>
        </p:nvSpPr>
        <p:spPr>
          <a:xfrm>
            <a:off x="6464808" y="2798064"/>
            <a:ext cx="4855464" cy="12801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70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GET /v2/</a:t>
            </a:r>
          </a:p>
          <a:p>
            <a:pPr algn="l">
              <a:buNone/>
            </a:pPr>
            <a:r>
              <a:rPr lang="en-US" sz="170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GET /v2/_catalog</a:t>
            </a:r>
          </a:p>
          <a:p>
            <a:pPr algn="l">
              <a:buNone/>
            </a:pPr>
            <a:r>
              <a:rPr lang="en-US" sz="170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GET /v2/&lt;repository&gt;/tags/list</a:t>
            </a:r>
            <a:endParaRPr lang="en-US"/>
          </a:p>
        </p:txBody>
      </p:sp>
      <p:sp>
        <p:nvSpPr>
          <p:cNvPr id="16985" name="api-limits">
            <a:extLst>
              <a:ext uri="{FF2B5EF4-FFF2-40B4-BE49-F238E27FC236}">
                <a16:creationId xmlns:a16="http://schemas.microsoft.com/office/drawing/2014/main" id="{F385C37C-A912-8EA9-61EB-53A5331E8321}"/>
              </a:ext>
            </a:extLst>
          </p:cNvPr>
          <p:cNvSpPr/>
          <p:nvPr/>
        </p:nvSpPr>
        <p:spPr>
          <a:xfrm>
            <a:off x="6464808" y="4407408"/>
            <a:ext cx="4855464" cy="80467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0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Support, authentication and</a:t>
            </a:r>
          </a:p>
          <a:p>
            <a:pPr algn="l">
              <a:buNone/>
            </a:pPr>
            <a:r>
              <a:rPr lang="en-US" sz="20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enumeration permissions vary</a:t>
            </a:r>
          </a:p>
          <a:p>
            <a:pPr algn="l">
              <a:buNone/>
            </a:pPr>
            <a:r>
              <a:rPr lang="en-US" sz="20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by registry.</a:t>
            </a:r>
            <a:endParaRPr lang="en-US"/>
          </a:p>
        </p:txBody>
      </p:sp>
      <p:sp>
        <p:nvSpPr>
          <p:cNvPr id="17089" name="api-auth-boundary">
            <a:extLst>
              <a:ext uri="{FF2B5EF4-FFF2-40B4-BE49-F238E27FC236}">
                <a16:creationId xmlns:a16="http://schemas.microsoft.com/office/drawing/2014/main" id="{710EB07F-2CDA-68F0-E772-EDBCDD846A53}"/>
              </a:ext>
            </a:extLst>
          </p:cNvPr>
          <p:cNvSpPr/>
          <p:nvPr/>
        </p:nvSpPr>
        <p:spPr>
          <a:xfrm>
            <a:off x="640080" y="5751576"/>
            <a:ext cx="10908792" cy="502920"/>
          </a:xfrm>
          <a:prstGeom prst="rect">
            <a:avLst/>
          </a:prstGeom>
          <a:solidFill>
            <a:srgbClr val="0078D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80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docker login does not authenticate a separate curl request. No manual</a:t>
            </a:r>
          </a:p>
          <a:p>
            <a:pPr algn="l">
              <a:buNone/>
            </a:pPr>
            <a:r>
              <a:rPr lang="en-US" sz="180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secret-token exercise.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5387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94" name="header-28">
            <a:extLst>
              <a:ext uri="{FF2B5EF4-FFF2-40B4-BE49-F238E27FC236}">
                <a16:creationId xmlns:a16="http://schemas.microsoft.com/office/drawing/2014/main" id="{F8E7E556-92E7-3496-5EC2-8AE27E5F81FF}"/>
              </a:ext>
            </a:extLst>
          </p:cNvPr>
          <p:cNvSpPr/>
          <p:nvPr/>
        </p:nvSpPr>
        <p:spPr>
          <a:xfrm>
            <a:off x="457200" y="457200"/>
            <a:ext cx="11274552" cy="786384"/>
          </a:xfrm>
          <a:prstGeom prst="rect">
            <a:avLst/>
          </a:prstGeom>
          <a:solidFill>
            <a:srgbClr val="243A5E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00" name="title-28">
            <a:extLst>
              <a:ext uri="{FF2B5EF4-FFF2-40B4-BE49-F238E27FC236}">
                <a16:creationId xmlns:a16="http://schemas.microsoft.com/office/drawing/2014/main" id="{A19BBE82-D040-9CE1-8882-BE4ADDEE643F}"/>
              </a:ext>
            </a:extLst>
          </p:cNvPr>
          <p:cNvSpPr/>
          <p:nvPr/>
        </p:nvSpPr>
        <p:spPr>
          <a:xfrm>
            <a:off x="640080" y="475488"/>
            <a:ext cx="10908792" cy="731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Segoe UI Semibold" panose="020B0702040204020203" pitchFamily="34" charset="0"/>
              </a:rPr>
              <a:t>Authenticate, Pull, List and Tag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7407" name="chapter-label-28">
            <a:extLst>
              <a:ext uri="{FF2B5EF4-FFF2-40B4-BE49-F238E27FC236}">
                <a16:creationId xmlns:a16="http://schemas.microsoft.com/office/drawing/2014/main" id="{83C87785-78B5-0E06-8F33-BDADF5FA86A9}"/>
              </a:ext>
            </a:extLst>
          </p:cNvPr>
          <p:cNvSpPr/>
          <p:nvPr/>
        </p:nvSpPr>
        <p:spPr>
          <a:xfrm>
            <a:off x="640080" y="1389888"/>
            <a:ext cx="2194560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0078D4"/>
                </a:solidFill>
                <a:effectLst/>
                <a:latin typeface="Segoe UI Semibold" panose="020B0702040204020203" pitchFamily="34" charset="0"/>
              </a:rPr>
              <a:t>CHAPTER 4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7515" name="registry-operation-0">
            <a:extLst>
              <a:ext uri="{FF2B5EF4-FFF2-40B4-BE49-F238E27FC236}">
                <a16:creationId xmlns:a16="http://schemas.microsoft.com/office/drawing/2014/main" id="{01C207E9-3C97-C5FA-C21F-E3D8272CD996}"/>
              </a:ext>
            </a:extLst>
          </p:cNvPr>
          <p:cNvSpPr/>
          <p:nvPr/>
        </p:nvSpPr>
        <p:spPr>
          <a:xfrm>
            <a:off x="640080" y="1947672"/>
            <a:ext cx="3200400" cy="53035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300" b="1">
                <a:solidFill>
                  <a:srgbClr val="0078D4"/>
                </a:solidFill>
                <a:effectLst/>
                <a:latin typeface="Segoe UI Semibold" panose="020B0702040204020203" pitchFamily="34" charset="0"/>
              </a:rPr>
              <a:t>Authentication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7624" name="registry-operation-body-0">
            <a:extLst>
              <a:ext uri="{FF2B5EF4-FFF2-40B4-BE49-F238E27FC236}">
                <a16:creationId xmlns:a16="http://schemas.microsoft.com/office/drawing/2014/main" id="{50C6B647-F5EE-ABFD-084A-E5A723D07397}"/>
              </a:ext>
            </a:extLst>
          </p:cNvPr>
          <p:cNvSpPr/>
          <p:nvPr/>
        </p:nvSpPr>
        <p:spPr>
          <a:xfrm>
            <a:off x="4087368" y="1947672"/>
            <a:ext cx="7461504" cy="731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2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Use the Docker prompt / approved helper;</a:t>
            </a:r>
          </a:p>
          <a:p>
            <a:pPr algn="l">
              <a:buNone/>
            </a:pPr>
            <a:r>
              <a:rPr lang="en-US" sz="22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optional Quay login.</a:t>
            </a:r>
            <a:endParaRPr lang="en-US"/>
          </a:p>
        </p:txBody>
      </p:sp>
      <p:sp>
        <p:nvSpPr>
          <p:cNvPr id="17734" name="registry-operation-1">
            <a:extLst>
              <a:ext uri="{FF2B5EF4-FFF2-40B4-BE49-F238E27FC236}">
                <a16:creationId xmlns:a16="http://schemas.microsoft.com/office/drawing/2014/main" id="{40EF9215-6D33-41E2-0E1C-3617751B43A7}"/>
              </a:ext>
            </a:extLst>
          </p:cNvPr>
          <p:cNvSpPr/>
          <p:nvPr/>
        </p:nvSpPr>
        <p:spPr>
          <a:xfrm>
            <a:off x="640080" y="2871216"/>
            <a:ext cx="3200400" cy="53035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300" b="1">
                <a:solidFill>
                  <a:srgbClr val="0078D4"/>
                </a:solidFill>
                <a:effectLst/>
                <a:latin typeface="Segoe UI Semibold" panose="020B0702040204020203" pitchFamily="34" charset="0"/>
              </a:rPr>
              <a:t>Pulling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7845" name="registry-operation-body-1">
            <a:extLst>
              <a:ext uri="{FF2B5EF4-FFF2-40B4-BE49-F238E27FC236}">
                <a16:creationId xmlns:a16="http://schemas.microsoft.com/office/drawing/2014/main" id="{1F771169-ED92-F100-581C-066ACF9DD19B}"/>
              </a:ext>
            </a:extLst>
          </p:cNvPr>
          <p:cNvSpPr/>
          <p:nvPr/>
        </p:nvSpPr>
        <p:spPr>
          <a:xfrm>
            <a:off x="4087368" y="2871216"/>
            <a:ext cx="7461504" cy="731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2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Select the fully qualified repository and</a:t>
            </a:r>
          </a:p>
          <a:p>
            <a:pPr algn="l">
              <a:buNone/>
            </a:pPr>
            <a:r>
              <a:rPr lang="en-US" sz="22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tag or digest.</a:t>
            </a:r>
            <a:endParaRPr lang="en-US"/>
          </a:p>
        </p:txBody>
      </p:sp>
      <p:sp>
        <p:nvSpPr>
          <p:cNvPr id="17957" name="registry-operation-2">
            <a:extLst>
              <a:ext uri="{FF2B5EF4-FFF2-40B4-BE49-F238E27FC236}">
                <a16:creationId xmlns:a16="http://schemas.microsoft.com/office/drawing/2014/main" id="{7E2023A3-9BFC-AC6A-6B6F-CF357093D2B7}"/>
              </a:ext>
            </a:extLst>
          </p:cNvPr>
          <p:cNvSpPr/>
          <p:nvPr/>
        </p:nvSpPr>
        <p:spPr>
          <a:xfrm>
            <a:off x="640080" y="3794760"/>
            <a:ext cx="3200400" cy="53035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300" b="1">
                <a:solidFill>
                  <a:srgbClr val="0078D4"/>
                </a:solidFill>
                <a:effectLst/>
                <a:latin typeface="Segoe UI Semibold" panose="020B0702040204020203" pitchFamily="34" charset="0"/>
              </a:rPr>
              <a:t>Local image copies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8070" name="registry-operation-body-2">
            <a:extLst>
              <a:ext uri="{FF2B5EF4-FFF2-40B4-BE49-F238E27FC236}">
                <a16:creationId xmlns:a16="http://schemas.microsoft.com/office/drawing/2014/main" id="{6B2C36F7-84F6-40BD-616B-AED1FA297ACF}"/>
              </a:ext>
            </a:extLst>
          </p:cNvPr>
          <p:cNvSpPr/>
          <p:nvPr/>
        </p:nvSpPr>
        <p:spPr>
          <a:xfrm>
            <a:off x="4087368" y="3794760"/>
            <a:ext cx="7461504" cy="731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2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Inspect the engine image store, not</a:t>
            </a:r>
          </a:p>
          <a:p>
            <a:pPr algn="l">
              <a:buNone/>
            </a:pPr>
            <a:r>
              <a:rPr lang="en-US" sz="22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another host or registry.</a:t>
            </a:r>
            <a:endParaRPr lang="en-US"/>
          </a:p>
        </p:txBody>
      </p:sp>
      <p:sp>
        <p:nvSpPr>
          <p:cNvPr id="18184" name="registry-operation-3">
            <a:extLst>
              <a:ext uri="{FF2B5EF4-FFF2-40B4-BE49-F238E27FC236}">
                <a16:creationId xmlns:a16="http://schemas.microsoft.com/office/drawing/2014/main" id="{6FEE5ACF-1663-B814-E80B-18EB3FF08972}"/>
              </a:ext>
            </a:extLst>
          </p:cNvPr>
          <p:cNvSpPr/>
          <p:nvPr/>
        </p:nvSpPr>
        <p:spPr>
          <a:xfrm>
            <a:off x="640080" y="4718304"/>
            <a:ext cx="3200400" cy="53035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300" b="1">
                <a:solidFill>
                  <a:srgbClr val="0078D4"/>
                </a:solidFill>
                <a:effectLst/>
                <a:latin typeface="Segoe UI Semibold" panose="020B0702040204020203" pitchFamily="34" charset="0"/>
              </a:rPr>
              <a:t>Image tags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8299" name="registry-operation-body-3">
            <a:extLst>
              <a:ext uri="{FF2B5EF4-FFF2-40B4-BE49-F238E27FC236}">
                <a16:creationId xmlns:a16="http://schemas.microsoft.com/office/drawing/2014/main" id="{56A0EDE4-6BE8-8CA9-FCA9-1A6A275AAFD1}"/>
              </a:ext>
            </a:extLst>
          </p:cNvPr>
          <p:cNvSpPr/>
          <p:nvPr/>
        </p:nvSpPr>
        <p:spPr>
          <a:xfrm>
            <a:off x="4087368" y="4718304"/>
            <a:ext cx="7461504" cy="731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2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latest is a default label—not a guarantee</a:t>
            </a:r>
          </a:p>
          <a:p>
            <a:pPr algn="l">
              <a:buNone/>
            </a:pPr>
            <a:r>
              <a:rPr lang="en-US" sz="22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of freshness.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5369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15" name="header-29">
            <a:extLst>
              <a:ext uri="{FF2B5EF4-FFF2-40B4-BE49-F238E27FC236}">
                <a16:creationId xmlns:a16="http://schemas.microsoft.com/office/drawing/2014/main" id="{B62BBEB6-9CAC-1D84-BF6C-37EABB2919F2}"/>
              </a:ext>
            </a:extLst>
          </p:cNvPr>
          <p:cNvSpPr/>
          <p:nvPr/>
        </p:nvSpPr>
        <p:spPr>
          <a:xfrm>
            <a:off x="457200" y="457200"/>
            <a:ext cx="11274552" cy="786384"/>
          </a:xfrm>
          <a:prstGeom prst="rect">
            <a:avLst/>
          </a:prstGeom>
          <a:solidFill>
            <a:srgbClr val="243A5E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32" name="title-29">
            <a:extLst>
              <a:ext uri="{FF2B5EF4-FFF2-40B4-BE49-F238E27FC236}">
                <a16:creationId xmlns:a16="http://schemas.microsoft.com/office/drawing/2014/main" id="{416FC140-D75B-EC82-ECB5-980A61E36F28}"/>
              </a:ext>
            </a:extLst>
          </p:cNvPr>
          <p:cNvSpPr/>
          <p:nvPr/>
        </p:nvSpPr>
        <p:spPr>
          <a:xfrm>
            <a:off x="640080" y="475488"/>
            <a:ext cx="10908792" cy="731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Segoe UI Semibold" panose="020B0702040204020203" pitchFamily="34" charset="0"/>
              </a:rPr>
              <a:t>Find Images and Inspect Registry Access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8650" name="label-29">
            <a:extLst>
              <a:ext uri="{FF2B5EF4-FFF2-40B4-BE49-F238E27FC236}">
                <a16:creationId xmlns:a16="http://schemas.microsoft.com/office/drawing/2014/main" id="{F48A563B-35E5-AFAC-37BD-4B3530CE2FB6}"/>
              </a:ext>
            </a:extLst>
          </p:cNvPr>
          <p:cNvSpPr/>
          <p:nvPr/>
        </p:nvSpPr>
        <p:spPr>
          <a:xfrm>
            <a:off x="640080" y="1389888"/>
            <a:ext cx="10908792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 dirty="0">
                <a:solidFill>
                  <a:srgbClr val="0078D4"/>
                </a:solidFill>
                <a:effectLst/>
                <a:latin typeface="Segoe UI Semibold" panose="020B0702040204020203" pitchFamily="34" charset="0"/>
              </a:rPr>
              <a:t>QUAY AUTHENTICATION IS OPTIONAL INSTRUCTOR DEPTH</a:t>
            </a:r>
          </a:p>
          <a:p>
            <a:pPr algn="l">
              <a:buNone/>
            </a:pPr>
            <a:r>
              <a:rPr lang="en-US" sz="100" dirty="0">
                <a:effectLst/>
              </a:rPr>
              <a:t> </a:t>
            </a:r>
            <a:endParaRPr lang="en-US" dirty="0"/>
          </a:p>
        </p:txBody>
      </p:sp>
      <p:sp>
        <p:nvSpPr>
          <p:cNvPr id="18769" name="d5-search-ground">
            <a:extLst>
              <a:ext uri="{FF2B5EF4-FFF2-40B4-BE49-F238E27FC236}">
                <a16:creationId xmlns:a16="http://schemas.microsoft.com/office/drawing/2014/main" id="{3B1B4D9F-294A-62D7-B5ED-D43B31816486}"/>
              </a:ext>
            </a:extLst>
          </p:cNvPr>
          <p:cNvSpPr/>
          <p:nvPr/>
        </p:nvSpPr>
        <p:spPr>
          <a:xfrm>
            <a:off x="640080" y="1911096"/>
            <a:ext cx="10908792" cy="2724912"/>
          </a:xfrm>
          <a:prstGeom prst="rect">
            <a:avLst/>
          </a:prstGeom>
          <a:solidFill>
            <a:srgbClr val="F2F2F2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889" name="d5-search">
            <a:extLst>
              <a:ext uri="{FF2B5EF4-FFF2-40B4-BE49-F238E27FC236}">
                <a16:creationId xmlns:a16="http://schemas.microsoft.com/office/drawing/2014/main" id="{D79AE942-D6E5-EE64-4BFA-B35A3C1EC410}"/>
              </a:ext>
            </a:extLst>
          </p:cNvPr>
          <p:cNvSpPr/>
          <p:nvPr/>
        </p:nvSpPr>
        <p:spPr>
          <a:xfrm>
            <a:off x="804672" y="2020824"/>
            <a:ext cx="10579608" cy="2505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800" dirty="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docker search --filter is-official=true --limit 5 nginx</a:t>
            </a:r>
          </a:p>
          <a:p>
            <a:pPr algn="l">
              <a:buNone/>
            </a:pPr>
            <a:r>
              <a:rPr lang="en-US" sz="1800" dirty="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docker pull "$BASE_IMAGE"</a:t>
            </a:r>
          </a:p>
          <a:p>
            <a:pPr algn="l">
              <a:buNone/>
            </a:pPr>
            <a:r>
              <a:rPr lang="en-US" sz="1800" dirty="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docker images docker.io/library/nginx</a:t>
            </a:r>
          </a:p>
          <a:p>
            <a:pPr algn="l">
              <a:buNone/>
            </a:pPr>
            <a:r>
              <a:rPr lang="en-US" sz="1800" dirty="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docker image inspect --format "{{.Id}}" "$BASE_IMAGE"</a:t>
            </a:r>
          </a:p>
          <a:p>
            <a:pPr algn="l">
              <a:buNone/>
            </a:pPr>
            <a:r>
              <a:rPr lang="en-US" sz="1800" dirty="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docker image inspect --format "{{</a:t>
            </a:r>
            <a:r>
              <a:rPr lang="en-US" sz="1800" dirty="0" err="1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json</a:t>
            </a:r>
            <a:r>
              <a:rPr lang="en-US" sz="1800" dirty="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 .</a:t>
            </a:r>
            <a:r>
              <a:rPr lang="en-US" sz="1800" dirty="0" err="1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RepoDigests</a:t>
            </a:r>
            <a:r>
              <a:rPr lang="en-US" sz="1800" dirty="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}}" \</a:t>
            </a:r>
          </a:p>
          <a:p>
            <a:pPr algn="l">
              <a:buNone/>
            </a:pPr>
            <a:r>
              <a:rPr lang="en-US" sz="1800" dirty="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  "$BASE_IMAGE"</a:t>
            </a:r>
            <a:endParaRPr lang="en-US" dirty="0"/>
          </a:p>
        </p:txBody>
      </p:sp>
      <p:sp>
        <p:nvSpPr>
          <p:cNvPr id="19010" name="d5-login-ground">
            <a:extLst>
              <a:ext uri="{FF2B5EF4-FFF2-40B4-BE49-F238E27FC236}">
                <a16:creationId xmlns:a16="http://schemas.microsoft.com/office/drawing/2014/main" id="{A9844151-B2B7-6BAF-09E4-ADE95D4AFBF7}"/>
              </a:ext>
            </a:extLst>
          </p:cNvPr>
          <p:cNvSpPr/>
          <p:nvPr/>
        </p:nvSpPr>
        <p:spPr>
          <a:xfrm>
            <a:off x="640080" y="4892040"/>
            <a:ext cx="10908792" cy="621792"/>
          </a:xfrm>
          <a:prstGeom prst="rect">
            <a:avLst/>
          </a:prstGeom>
          <a:solidFill>
            <a:srgbClr val="F2F2F2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132" name="d5-login">
            <a:extLst>
              <a:ext uri="{FF2B5EF4-FFF2-40B4-BE49-F238E27FC236}">
                <a16:creationId xmlns:a16="http://schemas.microsoft.com/office/drawing/2014/main" id="{564BA67F-EF22-D3F8-29A8-B82F6F643D79}"/>
              </a:ext>
            </a:extLst>
          </p:cNvPr>
          <p:cNvSpPr/>
          <p:nvPr/>
        </p:nvSpPr>
        <p:spPr>
          <a:xfrm>
            <a:off x="804672" y="5001768"/>
            <a:ext cx="10579608" cy="40233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80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docker login quay.io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9255" name="d5-auth-caution">
            <a:extLst>
              <a:ext uri="{FF2B5EF4-FFF2-40B4-BE49-F238E27FC236}">
                <a16:creationId xmlns:a16="http://schemas.microsoft.com/office/drawing/2014/main" id="{A3D4E344-E694-E5C9-6EE3-7908BB02A627}"/>
              </a:ext>
            </a:extLst>
          </p:cNvPr>
          <p:cNvSpPr/>
          <p:nvPr/>
        </p:nvSpPr>
        <p:spPr>
          <a:xfrm>
            <a:off x="640080" y="5669280"/>
            <a:ext cx="10908792" cy="57607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9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Optional: approved training account only. Credentials stay in the prompt</a:t>
            </a:r>
          </a:p>
          <a:p>
            <a:pPr algn="l">
              <a:buNone/>
            </a:pPr>
            <a:r>
              <a:rPr lang="en-US" sz="19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/ credential helper.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80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79" name="header-30">
            <a:extLst>
              <a:ext uri="{FF2B5EF4-FFF2-40B4-BE49-F238E27FC236}">
                <a16:creationId xmlns:a16="http://schemas.microsoft.com/office/drawing/2014/main" id="{E537DD52-9334-0B36-E743-99644C947649}"/>
              </a:ext>
            </a:extLst>
          </p:cNvPr>
          <p:cNvSpPr/>
          <p:nvPr/>
        </p:nvSpPr>
        <p:spPr>
          <a:xfrm>
            <a:off x="457200" y="457200"/>
            <a:ext cx="11274552" cy="786384"/>
          </a:xfrm>
          <a:prstGeom prst="rect">
            <a:avLst/>
          </a:prstGeom>
          <a:solidFill>
            <a:srgbClr val="243A5E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04" name="title-30">
            <a:extLst>
              <a:ext uri="{FF2B5EF4-FFF2-40B4-BE49-F238E27FC236}">
                <a16:creationId xmlns:a16="http://schemas.microsoft.com/office/drawing/2014/main" id="{0FC81DB1-D039-D820-795F-5DD29FA46647}"/>
              </a:ext>
            </a:extLst>
          </p:cNvPr>
          <p:cNvSpPr/>
          <p:nvPr/>
        </p:nvSpPr>
        <p:spPr>
          <a:xfrm>
            <a:off x="640080" y="475488"/>
            <a:ext cx="10908792" cy="731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Segoe UI Semibold" panose="020B0702040204020203" pitchFamily="34" charset="0"/>
              </a:rPr>
              <a:t>Manipulating Container Images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9630" name="chapter-label-30">
            <a:extLst>
              <a:ext uri="{FF2B5EF4-FFF2-40B4-BE49-F238E27FC236}">
                <a16:creationId xmlns:a16="http://schemas.microsoft.com/office/drawing/2014/main" id="{85EF3959-9B42-89B0-75E2-8796749CE6CB}"/>
              </a:ext>
            </a:extLst>
          </p:cNvPr>
          <p:cNvSpPr/>
          <p:nvPr/>
        </p:nvSpPr>
        <p:spPr>
          <a:xfrm>
            <a:off x="640080" y="1389888"/>
            <a:ext cx="2194560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0078D4"/>
                </a:solidFill>
                <a:effectLst/>
                <a:latin typeface="Segoe UI Semibold" panose="020B0702040204020203" pitchFamily="34" charset="0"/>
              </a:rPr>
              <a:t>CHAPTER 4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19757" name="transfer-image">
            <a:extLst>
              <a:ext uri="{FF2B5EF4-FFF2-40B4-BE49-F238E27FC236}">
                <a16:creationId xmlns:a16="http://schemas.microsoft.com/office/drawing/2014/main" id="{E23E2B26-DF83-60EF-77CB-5E317E461BF6}"/>
              </a:ext>
            </a:extLst>
          </p:cNvPr>
          <p:cNvSpPr/>
          <p:nvPr/>
        </p:nvSpPr>
        <p:spPr>
          <a:xfrm>
            <a:off x="640080" y="2011680"/>
            <a:ext cx="5166360" cy="1975104"/>
          </a:xfrm>
          <a:prstGeom prst="rect">
            <a:avLst/>
          </a:prstGeom>
          <a:solidFill>
            <a:srgbClr val="F2F2F2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600" b="1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Transfer image content</a:t>
            </a:r>
          </a:p>
          <a:p>
            <a:pPr algn="ctr">
              <a:buNone/>
            </a:pPr>
            <a:r>
              <a:rPr lang="en-US" sz="22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save / load an image archive</a:t>
            </a:r>
          </a:p>
          <a:p>
            <a:pPr algn="ctr">
              <a:buNone/>
            </a:pPr>
            <a:r>
              <a:rPr lang="en-US" sz="22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tag / push to a registry</a:t>
            </a:r>
            <a:endParaRPr lang="en-US"/>
          </a:p>
        </p:txBody>
      </p:sp>
      <p:sp>
        <p:nvSpPr>
          <p:cNvPr id="19885" name="manage-reference">
            <a:extLst>
              <a:ext uri="{FF2B5EF4-FFF2-40B4-BE49-F238E27FC236}">
                <a16:creationId xmlns:a16="http://schemas.microsoft.com/office/drawing/2014/main" id="{37F62E79-7DCB-F494-5948-47C49E5BBCF5}"/>
              </a:ext>
            </a:extLst>
          </p:cNvPr>
          <p:cNvSpPr/>
          <p:nvPr/>
        </p:nvSpPr>
        <p:spPr>
          <a:xfrm>
            <a:off x="6254496" y="2011680"/>
            <a:ext cx="5294376" cy="1975104"/>
          </a:xfrm>
          <a:prstGeom prst="rect">
            <a:avLst/>
          </a:prstGeom>
          <a:solidFill>
            <a:srgbClr val="F2F2F2"/>
          </a:solidFill>
          <a:ln w="12700">
            <a:solidFill>
              <a:srgbClr val="0078D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600" b="1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Manage image references</a:t>
            </a:r>
          </a:p>
          <a:p>
            <a:pPr algn="ctr">
              <a:buNone/>
            </a:pPr>
            <a:r>
              <a:rPr lang="en-US" sz="22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Add tags without rebuilding</a:t>
            </a:r>
          </a:p>
          <a:p>
            <a:pPr algn="ctr">
              <a:buNone/>
            </a:pPr>
            <a:r>
              <a:rPr lang="en-US" sz="22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Remove only selected references</a:t>
            </a:r>
            <a:endParaRPr lang="en-US"/>
          </a:p>
        </p:txBody>
      </p:sp>
      <p:sp>
        <p:nvSpPr>
          <p:cNvPr id="20014" name="image-vs-data-title">
            <a:extLst>
              <a:ext uri="{FF2B5EF4-FFF2-40B4-BE49-F238E27FC236}">
                <a16:creationId xmlns:a16="http://schemas.microsoft.com/office/drawing/2014/main" id="{9F406A6E-C104-AB4C-FB6F-10305506BCB9}"/>
              </a:ext>
            </a:extLst>
          </p:cNvPr>
          <p:cNvSpPr/>
          <p:nvPr/>
        </p:nvSpPr>
        <p:spPr>
          <a:xfrm>
            <a:off x="640080" y="4389120"/>
            <a:ext cx="10908792" cy="53035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700" b="1">
                <a:solidFill>
                  <a:srgbClr val="243A5E"/>
                </a:solidFill>
                <a:effectLst/>
                <a:latin typeface="Segoe UI Semibold" panose="020B0702040204020203" pitchFamily="34" charset="0"/>
              </a:rPr>
              <a:t>An image is not application data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0144" name="image-vs-data-body">
            <a:extLst>
              <a:ext uri="{FF2B5EF4-FFF2-40B4-BE49-F238E27FC236}">
                <a16:creationId xmlns:a16="http://schemas.microsoft.com/office/drawing/2014/main" id="{0B089B1F-95AA-EA45-AFDF-185AD5BDD90F}"/>
              </a:ext>
            </a:extLst>
          </p:cNvPr>
          <p:cNvSpPr/>
          <p:nvPr/>
        </p:nvSpPr>
        <p:spPr>
          <a:xfrm>
            <a:off x="640080" y="5056632"/>
            <a:ext cx="10908792" cy="106070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3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Archive and push preserve image layers and metadata. They do</a:t>
            </a:r>
          </a:p>
          <a:p>
            <a:pPr algn="l">
              <a:buNone/>
            </a:pPr>
            <a:r>
              <a:rPr lang="en-US" sz="23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not back up a running container or its mounted volumes.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7463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" name="header-31">
            <a:extLst>
              <a:ext uri="{FF2B5EF4-FFF2-40B4-BE49-F238E27FC236}">
                <a16:creationId xmlns:a16="http://schemas.microsoft.com/office/drawing/2014/main" id="{9E9904F2-79DD-CEC7-F3FB-58BB6157C168}"/>
              </a:ext>
            </a:extLst>
          </p:cNvPr>
          <p:cNvSpPr/>
          <p:nvPr/>
        </p:nvSpPr>
        <p:spPr>
          <a:xfrm>
            <a:off x="457200" y="457200"/>
            <a:ext cx="11274552" cy="786384"/>
          </a:xfrm>
          <a:prstGeom prst="rect">
            <a:avLst/>
          </a:prstGeom>
          <a:solidFill>
            <a:srgbClr val="243A5E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07" name="title-31">
            <a:extLst>
              <a:ext uri="{FF2B5EF4-FFF2-40B4-BE49-F238E27FC236}">
                <a16:creationId xmlns:a16="http://schemas.microsoft.com/office/drawing/2014/main" id="{52319319-08B6-1BC3-2A1D-8A64C35A28D5}"/>
              </a:ext>
            </a:extLst>
          </p:cNvPr>
          <p:cNvSpPr/>
          <p:nvPr/>
        </p:nvSpPr>
        <p:spPr>
          <a:xfrm>
            <a:off x="640080" y="475488"/>
            <a:ext cx="10908792" cy="731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Segoe UI Semibold" panose="020B0702040204020203" pitchFamily="34" charset="0"/>
              </a:rPr>
              <a:t>Tag, Save and Load Nginx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0540" name="label-31">
            <a:extLst>
              <a:ext uri="{FF2B5EF4-FFF2-40B4-BE49-F238E27FC236}">
                <a16:creationId xmlns:a16="http://schemas.microsoft.com/office/drawing/2014/main" id="{6D613C0C-015E-4EAB-4B69-F04422C56432}"/>
              </a:ext>
            </a:extLst>
          </p:cNvPr>
          <p:cNvSpPr/>
          <p:nvPr/>
        </p:nvSpPr>
        <p:spPr>
          <a:xfrm>
            <a:off x="640080" y="1389888"/>
            <a:ext cx="10908792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 dirty="0">
                <a:solidFill>
                  <a:srgbClr val="0078D4"/>
                </a:solidFill>
                <a:effectLst/>
                <a:latin typeface="Segoe UI Semibold" panose="020B0702040204020203" pitchFamily="34" charset="0"/>
              </a:rPr>
              <a:t>CORE LOCAL TAG / SAVE / LOAD DEMONSTRATION</a:t>
            </a:r>
          </a:p>
          <a:p>
            <a:pPr algn="l">
              <a:buNone/>
            </a:pPr>
            <a:r>
              <a:rPr lang="en-US" sz="100" dirty="0">
                <a:effectLst/>
              </a:rPr>
              <a:t> </a:t>
            </a:r>
            <a:endParaRPr lang="en-US" dirty="0"/>
          </a:p>
        </p:txBody>
      </p:sp>
      <p:sp>
        <p:nvSpPr>
          <p:cNvPr id="20674" name="d6-archive-ground">
            <a:extLst>
              <a:ext uri="{FF2B5EF4-FFF2-40B4-BE49-F238E27FC236}">
                <a16:creationId xmlns:a16="http://schemas.microsoft.com/office/drawing/2014/main" id="{EEF56B8B-EAD4-E375-57FA-30C79C2E0A92}"/>
              </a:ext>
            </a:extLst>
          </p:cNvPr>
          <p:cNvSpPr/>
          <p:nvPr/>
        </p:nvSpPr>
        <p:spPr>
          <a:xfrm>
            <a:off x="640080" y="1920240"/>
            <a:ext cx="10908792" cy="3465576"/>
          </a:xfrm>
          <a:prstGeom prst="rect">
            <a:avLst/>
          </a:prstGeom>
          <a:solidFill>
            <a:srgbClr val="F2F2F2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09" name="d6-archive">
            <a:extLst>
              <a:ext uri="{FF2B5EF4-FFF2-40B4-BE49-F238E27FC236}">
                <a16:creationId xmlns:a16="http://schemas.microsoft.com/office/drawing/2014/main" id="{80E0B77E-8BD3-FCAF-7C08-5EB3638A97D1}"/>
              </a:ext>
            </a:extLst>
          </p:cNvPr>
          <p:cNvSpPr/>
          <p:nvPr/>
        </p:nvSpPr>
        <p:spPr>
          <a:xfrm>
            <a:off x="804672" y="2029968"/>
            <a:ext cx="10579608" cy="32461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800" dirty="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cd "$HOME/container-foundations"</a:t>
            </a:r>
          </a:p>
          <a:p>
            <a:pPr algn="l">
              <a:buNone/>
            </a:pPr>
            <a:r>
              <a:rPr lang="en-US" sz="1800" dirty="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docker tag "$BASE_IMAGE" </a:t>
            </a:r>
            <a:r>
              <a:rPr lang="en-US" sz="1800" dirty="0" err="1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cf-nginx:archive</a:t>
            </a:r>
            <a:endParaRPr lang="en-US" sz="1800" dirty="0">
              <a:solidFill>
                <a:srgbClr val="243A5E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800" dirty="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docker image inspect --format "{{.Id}}" "$BASE_IMAGE"</a:t>
            </a:r>
          </a:p>
          <a:p>
            <a:pPr algn="l">
              <a:buNone/>
            </a:pPr>
            <a:r>
              <a:rPr lang="en-US" sz="1800" dirty="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docker image inspect --format "{{.Id}}" </a:t>
            </a:r>
            <a:r>
              <a:rPr lang="en-US" sz="1800" dirty="0" err="1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cf-nginx:archive</a:t>
            </a:r>
            <a:endParaRPr lang="en-US" sz="1800" dirty="0">
              <a:solidFill>
                <a:srgbClr val="243A5E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800" dirty="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docker save -o nginx-training.tar </a:t>
            </a:r>
            <a:r>
              <a:rPr lang="en-US" sz="1800" dirty="0" err="1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cf-nginx:archive</a:t>
            </a:r>
            <a:endParaRPr lang="en-US" sz="1800" dirty="0">
              <a:solidFill>
                <a:srgbClr val="243A5E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800" dirty="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docker image rm </a:t>
            </a:r>
            <a:r>
              <a:rPr lang="en-US" sz="1800" dirty="0" err="1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cf-nginx:archive</a:t>
            </a:r>
            <a:endParaRPr lang="en-US" sz="1800" dirty="0">
              <a:solidFill>
                <a:srgbClr val="243A5E"/>
              </a:solidFill>
              <a:effectLst/>
              <a:latin typeface="Courier New" panose="02070309020205020404" pitchFamily="49" charset="0"/>
            </a:endParaRPr>
          </a:p>
          <a:p>
            <a:pPr algn="l">
              <a:buNone/>
            </a:pPr>
            <a:r>
              <a:rPr lang="en-US" sz="1800" dirty="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docker load -</a:t>
            </a:r>
            <a:r>
              <a:rPr lang="en-US" sz="1800" dirty="0" err="1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sz="1800" dirty="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 nginx-training.tar</a:t>
            </a:r>
          </a:p>
          <a:p>
            <a:pPr algn="l">
              <a:buNone/>
            </a:pPr>
            <a:r>
              <a:rPr lang="en-US" sz="1800" dirty="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docker images </a:t>
            </a:r>
            <a:r>
              <a:rPr lang="en-US" sz="1800" dirty="0" err="1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cf</a:t>
            </a:r>
            <a:r>
              <a:rPr lang="en-US" sz="1800" dirty="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-nginx</a:t>
            </a:r>
            <a:endParaRPr lang="en-US" dirty="0"/>
          </a:p>
        </p:txBody>
      </p:sp>
      <p:sp>
        <p:nvSpPr>
          <p:cNvPr id="20945" name="d6-archive-check">
            <a:extLst>
              <a:ext uri="{FF2B5EF4-FFF2-40B4-BE49-F238E27FC236}">
                <a16:creationId xmlns:a16="http://schemas.microsoft.com/office/drawing/2014/main" id="{B9D1AB16-00D6-D362-79FF-E9F32A915F3E}"/>
              </a:ext>
            </a:extLst>
          </p:cNvPr>
          <p:cNvSpPr/>
          <p:nvPr/>
        </p:nvSpPr>
        <p:spPr>
          <a:xfrm>
            <a:off x="640080" y="5568696"/>
            <a:ext cx="10908792" cy="676656"/>
          </a:xfrm>
          <a:prstGeom prst="rect">
            <a:avLst/>
          </a:prstGeom>
          <a:solidFill>
            <a:srgbClr val="0078D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90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EXPECTED: the two tags identify the same content; load restores the</a:t>
            </a:r>
          </a:p>
          <a:p>
            <a:pPr algn="l">
              <a:buNone/>
            </a:pPr>
            <a:r>
              <a:rPr lang="en-US" sz="190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archive tag. Not a volume backup.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0656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82" name="header-32">
            <a:extLst>
              <a:ext uri="{FF2B5EF4-FFF2-40B4-BE49-F238E27FC236}">
                <a16:creationId xmlns:a16="http://schemas.microsoft.com/office/drawing/2014/main" id="{DB1A125D-42DE-2231-0CC2-E02E31AE5A6D}"/>
              </a:ext>
            </a:extLst>
          </p:cNvPr>
          <p:cNvSpPr/>
          <p:nvPr/>
        </p:nvSpPr>
        <p:spPr>
          <a:xfrm>
            <a:off x="457200" y="457200"/>
            <a:ext cx="11274552" cy="786384"/>
          </a:xfrm>
          <a:prstGeom prst="rect">
            <a:avLst/>
          </a:prstGeom>
          <a:solidFill>
            <a:srgbClr val="243A5E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220" name="title-32">
            <a:extLst>
              <a:ext uri="{FF2B5EF4-FFF2-40B4-BE49-F238E27FC236}">
                <a16:creationId xmlns:a16="http://schemas.microsoft.com/office/drawing/2014/main" id="{194C15EB-B349-7F27-E470-55C3013F698D}"/>
              </a:ext>
            </a:extLst>
          </p:cNvPr>
          <p:cNvSpPr/>
          <p:nvPr/>
        </p:nvSpPr>
        <p:spPr>
          <a:xfrm>
            <a:off x="640080" y="475488"/>
            <a:ext cx="10908792" cy="731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Segoe UI Semibold" panose="020B0702040204020203" pitchFamily="34" charset="0"/>
              </a:rPr>
              <a:t>Diff and Commit Have Limits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1359" name="label-32">
            <a:extLst>
              <a:ext uri="{FF2B5EF4-FFF2-40B4-BE49-F238E27FC236}">
                <a16:creationId xmlns:a16="http://schemas.microsoft.com/office/drawing/2014/main" id="{86E841F2-1BB1-AAC7-40FC-1217043F6002}"/>
              </a:ext>
            </a:extLst>
          </p:cNvPr>
          <p:cNvSpPr/>
          <p:nvPr/>
        </p:nvSpPr>
        <p:spPr>
          <a:xfrm>
            <a:off x="640080" y="1389888"/>
            <a:ext cx="10908792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 dirty="0">
                <a:solidFill>
                  <a:srgbClr val="0078D4"/>
                </a:solidFill>
                <a:effectLst/>
                <a:latin typeface="Segoe UI Semibold" panose="020B0702040204020203" pitchFamily="34" charset="0"/>
              </a:rPr>
              <a:t>OPTIONAL INSTRUCTOR SNAPSHOT—not THE BUILD WORKFLOW</a:t>
            </a:r>
          </a:p>
          <a:p>
            <a:pPr algn="l">
              <a:buNone/>
            </a:pPr>
            <a:r>
              <a:rPr lang="en-US" sz="100" dirty="0">
                <a:effectLst/>
              </a:rPr>
              <a:t> </a:t>
            </a:r>
            <a:endParaRPr lang="en-US" dirty="0"/>
          </a:p>
        </p:txBody>
      </p:sp>
      <p:sp>
        <p:nvSpPr>
          <p:cNvPr id="21499" name="d6-snapshot-ground">
            <a:extLst>
              <a:ext uri="{FF2B5EF4-FFF2-40B4-BE49-F238E27FC236}">
                <a16:creationId xmlns:a16="http://schemas.microsoft.com/office/drawing/2014/main" id="{8498DF6E-2468-4A72-5624-65B3EF904074}"/>
              </a:ext>
            </a:extLst>
          </p:cNvPr>
          <p:cNvSpPr/>
          <p:nvPr/>
        </p:nvSpPr>
        <p:spPr>
          <a:xfrm>
            <a:off x="640080" y="1929384"/>
            <a:ext cx="10908792" cy="1399032"/>
          </a:xfrm>
          <a:prstGeom prst="rect">
            <a:avLst/>
          </a:prstGeom>
          <a:solidFill>
            <a:srgbClr val="F2F2F2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640" name="d6-snapshot">
            <a:extLst>
              <a:ext uri="{FF2B5EF4-FFF2-40B4-BE49-F238E27FC236}">
                <a16:creationId xmlns:a16="http://schemas.microsoft.com/office/drawing/2014/main" id="{1804D1E2-5739-AB36-9A43-A40B1EFE29CA}"/>
              </a:ext>
            </a:extLst>
          </p:cNvPr>
          <p:cNvSpPr/>
          <p:nvPr/>
        </p:nvSpPr>
        <p:spPr>
          <a:xfrm>
            <a:off x="804672" y="2039112"/>
            <a:ext cx="10579608" cy="117957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10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docker diff cf-commit</a:t>
            </a:r>
          </a:p>
          <a:p>
            <a:pPr algn="l">
              <a:buNone/>
            </a:pPr>
            <a:r>
              <a:rPr lang="en-US" sz="210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docker commit --message "Class snapshot only" \</a:t>
            </a:r>
          </a:p>
          <a:p>
            <a:pPr algn="l">
              <a:buNone/>
            </a:pPr>
            <a:r>
              <a:rPr lang="en-US" sz="210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  cf-commit cf-nginx:snapshot</a:t>
            </a:r>
            <a:endParaRPr lang="en-US"/>
          </a:p>
        </p:txBody>
      </p:sp>
      <p:sp>
        <p:nvSpPr>
          <p:cNvPr id="21782" name="diff-flags">
            <a:extLst>
              <a:ext uri="{FF2B5EF4-FFF2-40B4-BE49-F238E27FC236}">
                <a16:creationId xmlns:a16="http://schemas.microsoft.com/office/drawing/2014/main" id="{D20D6061-3C61-C4BA-B6A9-4EB91C48204F}"/>
              </a:ext>
            </a:extLst>
          </p:cNvPr>
          <p:cNvSpPr/>
          <p:nvPr/>
        </p:nvSpPr>
        <p:spPr>
          <a:xfrm>
            <a:off x="640080" y="3657600"/>
            <a:ext cx="5166360" cy="1517904"/>
          </a:xfrm>
          <a:prstGeom prst="rect">
            <a:avLst/>
          </a:prstGeom>
          <a:solidFill>
            <a:srgbClr val="F2F2F2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700" b="1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A / C / D</a:t>
            </a:r>
          </a:p>
          <a:p>
            <a:pPr algn="ctr">
              <a:buNone/>
            </a:pPr>
            <a:r>
              <a:rPr lang="en-US" sz="21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Added / changed / deleted</a:t>
            </a:r>
          </a:p>
          <a:p>
            <a:pPr algn="ctr">
              <a:buNone/>
            </a:pPr>
            <a:r>
              <a:rPr lang="en-US" sz="21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Writable filesystem only</a:t>
            </a:r>
            <a:endParaRPr lang="en-US"/>
          </a:p>
        </p:txBody>
      </p:sp>
      <p:sp>
        <p:nvSpPr>
          <p:cNvPr id="21925" name="commit-limits">
            <a:extLst>
              <a:ext uri="{FF2B5EF4-FFF2-40B4-BE49-F238E27FC236}">
                <a16:creationId xmlns:a16="http://schemas.microsoft.com/office/drawing/2014/main" id="{1A4224CA-9CF2-6330-8F6D-7CDCAC39CE9F}"/>
              </a:ext>
            </a:extLst>
          </p:cNvPr>
          <p:cNvSpPr/>
          <p:nvPr/>
        </p:nvSpPr>
        <p:spPr>
          <a:xfrm>
            <a:off x="6254496" y="3657600"/>
            <a:ext cx="5294376" cy="1517904"/>
          </a:xfrm>
          <a:prstGeom prst="rect">
            <a:avLst/>
          </a:prstGeom>
          <a:solidFill>
            <a:srgbClr val="F2F2F2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500" b="1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Snapshot limitations</a:t>
            </a:r>
          </a:p>
          <a:p>
            <a:pPr algn="ctr">
              <a:buNone/>
            </a:pPr>
            <a:r>
              <a:rPr lang="en-US" sz="21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No mounted volume data</a:t>
            </a:r>
          </a:p>
          <a:p>
            <a:pPr algn="ctr">
              <a:buNone/>
            </a:pPr>
            <a:r>
              <a:rPr lang="en-US" sz="21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May retain unwanted runtime files</a:t>
            </a:r>
            <a:endParaRPr lang="en-US"/>
          </a:p>
        </p:txBody>
      </p:sp>
      <p:sp>
        <p:nvSpPr>
          <p:cNvPr id="22069" name="recipe-recommended">
            <a:extLst>
              <a:ext uri="{FF2B5EF4-FFF2-40B4-BE49-F238E27FC236}">
                <a16:creationId xmlns:a16="http://schemas.microsoft.com/office/drawing/2014/main" id="{ABB13491-2151-9483-AAAC-7B37FAFDE56D}"/>
              </a:ext>
            </a:extLst>
          </p:cNvPr>
          <p:cNvSpPr/>
          <p:nvPr/>
        </p:nvSpPr>
        <p:spPr>
          <a:xfrm>
            <a:off x="640080" y="5650992"/>
            <a:ext cx="10908792" cy="576072"/>
          </a:xfrm>
          <a:prstGeom prst="rect">
            <a:avLst/>
          </a:prstGeom>
          <a:solidFill>
            <a:srgbClr val="0078D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90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Prefer a Dockerfile: repeatable instructions, reviewable changes, and a</a:t>
            </a:r>
          </a:p>
          <a:p>
            <a:pPr algn="l">
              <a:buNone/>
            </a:pPr>
            <a:r>
              <a:rPr lang="en-US" sz="190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clean build context.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8298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70" name="header-33">
            <a:extLst>
              <a:ext uri="{FF2B5EF4-FFF2-40B4-BE49-F238E27FC236}">
                <a16:creationId xmlns:a16="http://schemas.microsoft.com/office/drawing/2014/main" id="{58F54013-DBE2-EB6C-485F-317AD30E7ECE}"/>
              </a:ext>
            </a:extLst>
          </p:cNvPr>
          <p:cNvSpPr/>
          <p:nvPr/>
        </p:nvSpPr>
        <p:spPr>
          <a:xfrm>
            <a:off x="457200" y="457200"/>
            <a:ext cx="11274552" cy="786384"/>
          </a:xfrm>
          <a:prstGeom prst="rect">
            <a:avLst/>
          </a:prstGeom>
          <a:solidFill>
            <a:srgbClr val="243A5E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072" name="title-33">
            <a:extLst>
              <a:ext uri="{FF2B5EF4-FFF2-40B4-BE49-F238E27FC236}">
                <a16:creationId xmlns:a16="http://schemas.microsoft.com/office/drawing/2014/main" id="{E7A2C51D-AEA1-D13C-8FC4-F3C1DE814176}"/>
              </a:ext>
            </a:extLst>
          </p:cNvPr>
          <p:cNvSpPr/>
          <p:nvPr/>
        </p:nvSpPr>
        <p:spPr>
          <a:xfrm>
            <a:off x="640080" y="475488"/>
            <a:ext cx="10908792" cy="731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Segoe UI Semibold" panose="020B0702040204020203" pitchFamily="34" charset="0"/>
              </a:rPr>
              <a:t>Optional Private Quay Publishing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2075" name="label-33">
            <a:extLst>
              <a:ext uri="{FF2B5EF4-FFF2-40B4-BE49-F238E27FC236}">
                <a16:creationId xmlns:a16="http://schemas.microsoft.com/office/drawing/2014/main" id="{BA59F0EE-2DCF-FB40-1AB1-241A4057AF00}"/>
              </a:ext>
            </a:extLst>
          </p:cNvPr>
          <p:cNvSpPr/>
          <p:nvPr/>
        </p:nvSpPr>
        <p:spPr>
          <a:xfrm>
            <a:off x="640080" y="1389888"/>
            <a:ext cx="10908792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 dirty="0">
                <a:solidFill>
                  <a:srgbClr val="0078D4"/>
                </a:solidFill>
                <a:effectLst/>
                <a:latin typeface="Segoe UI Semibold" panose="020B0702040204020203" pitchFamily="34" charset="0"/>
              </a:rPr>
              <a:t>INSTRUCTOR ONLY BY DEFAULT</a:t>
            </a:r>
          </a:p>
          <a:p>
            <a:pPr algn="l">
              <a:buNone/>
            </a:pPr>
            <a:r>
              <a:rPr lang="en-US" sz="100" dirty="0">
                <a:effectLst/>
              </a:rPr>
              <a:t> </a:t>
            </a:r>
            <a:endParaRPr lang="en-US" dirty="0"/>
          </a:p>
        </p:txBody>
      </p:sp>
      <p:sp>
        <p:nvSpPr>
          <p:cNvPr id="22079" name="quay-demo-ground">
            <a:extLst>
              <a:ext uri="{FF2B5EF4-FFF2-40B4-BE49-F238E27FC236}">
                <a16:creationId xmlns:a16="http://schemas.microsoft.com/office/drawing/2014/main" id="{56699E2C-EE80-0CC5-C7CD-FADCBDA93086}"/>
              </a:ext>
            </a:extLst>
          </p:cNvPr>
          <p:cNvSpPr/>
          <p:nvPr/>
        </p:nvSpPr>
        <p:spPr>
          <a:xfrm>
            <a:off x="640080" y="1965960"/>
            <a:ext cx="10908792" cy="1472184"/>
          </a:xfrm>
          <a:prstGeom prst="rect">
            <a:avLst/>
          </a:prstGeom>
          <a:solidFill>
            <a:srgbClr val="F2F2F2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084" name="quay-demo">
            <a:extLst>
              <a:ext uri="{FF2B5EF4-FFF2-40B4-BE49-F238E27FC236}">
                <a16:creationId xmlns:a16="http://schemas.microsoft.com/office/drawing/2014/main" id="{46F47317-51C1-2DDA-7E92-223A97288D8E}"/>
              </a:ext>
            </a:extLst>
          </p:cNvPr>
          <p:cNvSpPr/>
          <p:nvPr/>
        </p:nvSpPr>
        <p:spPr>
          <a:xfrm>
            <a:off x="804672" y="2075688"/>
            <a:ext cx="10579608" cy="125272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10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docker tag "$BASE_IMAGE" "$QUAY_IMAGE"</a:t>
            </a:r>
          </a:p>
          <a:p>
            <a:pPr algn="l">
              <a:buNone/>
            </a:pPr>
            <a:r>
              <a:rPr lang="en-US" sz="210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docker push "$QUAY_IMAGE"</a:t>
            </a:r>
          </a:p>
          <a:p>
            <a:pPr algn="l">
              <a:buNone/>
            </a:pPr>
            <a:r>
              <a:rPr lang="en-US" sz="210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docker pull "$QUAY_IMAGE"</a:t>
            </a:r>
            <a:endParaRPr lang="en-US"/>
          </a:p>
        </p:txBody>
      </p:sp>
      <p:sp>
        <p:nvSpPr>
          <p:cNvPr id="22090" name="quay-origin">
            <a:extLst>
              <a:ext uri="{FF2B5EF4-FFF2-40B4-BE49-F238E27FC236}">
                <a16:creationId xmlns:a16="http://schemas.microsoft.com/office/drawing/2014/main" id="{DA5F9C78-4E64-9777-02A1-93D6E2A9C48C}"/>
              </a:ext>
            </a:extLst>
          </p:cNvPr>
          <p:cNvSpPr/>
          <p:nvPr/>
        </p:nvSpPr>
        <p:spPr>
          <a:xfrm>
            <a:off x="640080" y="3822192"/>
            <a:ext cx="4892040" cy="1472184"/>
          </a:xfrm>
          <a:prstGeom prst="rect">
            <a:avLst/>
          </a:prstGeom>
          <a:solidFill>
            <a:srgbClr val="F2F2F2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400" b="1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Docker Hub origin</a:t>
            </a:r>
          </a:p>
          <a:p>
            <a:pPr algn="ctr">
              <a:buNone/>
            </a:pPr>
            <a:r>
              <a:rPr lang="en-US" sz="21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docker.io/library/nginx</a:t>
            </a:r>
          </a:p>
          <a:p>
            <a:pPr algn="ctr">
              <a:buNone/>
            </a:pPr>
            <a:r>
              <a:rPr lang="en-US" sz="21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Docker Official Image namespace</a:t>
            </a:r>
            <a:endParaRPr lang="en-US"/>
          </a:p>
        </p:txBody>
      </p:sp>
      <p:sp>
        <p:nvSpPr>
          <p:cNvPr id="22097" name="quay-mirror-arrow">
            <a:extLst>
              <a:ext uri="{FF2B5EF4-FFF2-40B4-BE49-F238E27FC236}">
                <a16:creationId xmlns:a16="http://schemas.microsoft.com/office/drawing/2014/main" id="{59B874D4-382A-73F3-FE69-B48B653524FD}"/>
              </a:ext>
            </a:extLst>
          </p:cNvPr>
          <p:cNvSpPr/>
          <p:nvPr/>
        </p:nvSpPr>
        <p:spPr>
          <a:xfrm>
            <a:off x="5614416" y="4352544"/>
            <a:ext cx="640080" cy="329184"/>
          </a:xfrm>
          <a:prstGeom prst="rightArrow">
            <a:avLst/>
          </a:prstGeom>
          <a:solidFill>
            <a:srgbClr val="0078D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105" name="quay-copy">
            <a:extLst>
              <a:ext uri="{FF2B5EF4-FFF2-40B4-BE49-F238E27FC236}">
                <a16:creationId xmlns:a16="http://schemas.microsoft.com/office/drawing/2014/main" id="{282DB779-A795-F0CF-9B02-80A4B5E00CFB}"/>
              </a:ext>
            </a:extLst>
          </p:cNvPr>
          <p:cNvSpPr/>
          <p:nvPr/>
        </p:nvSpPr>
        <p:spPr>
          <a:xfrm>
            <a:off x="6382512" y="3822192"/>
            <a:ext cx="5166360" cy="1472184"/>
          </a:xfrm>
          <a:prstGeom prst="rect">
            <a:avLst/>
          </a:prstGeom>
          <a:solidFill>
            <a:srgbClr val="F2F2F2"/>
          </a:solidFill>
          <a:ln w="12700">
            <a:solidFill>
              <a:srgbClr val="0078D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200" b="1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Your approved private Quay repo</a:t>
            </a:r>
          </a:p>
          <a:p>
            <a:pPr algn="ctr">
              <a:buNone/>
            </a:pPr>
            <a:r>
              <a:rPr lang="en-US" sz="21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Mirror / custom copy</a:t>
            </a:r>
          </a:p>
          <a:p>
            <a:pPr algn="ctr">
              <a:buNone/>
            </a:pPr>
            <a:r>
              <a:rPr lang="en-US" sz="21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Not the official namespace</a:t>
            </a:r>
            <a:endParaRPr lang="en-US"/>
          </a:p>
        </p:txBody>
      </p:sp>
      <p:sp>
        <p:nvSpPr>
          <p:cNvPr id="22114" name="quay-permission">
            <a:extLst>
              <a:ext uri="{FF2B5EF4-FFF2-40B4-BE49-F238E27FC236}">
                <a16:creationId xmlns:a16="http://schemas.microsoft.com/office/drawing/2014/main" id="{BFC1E189-0306-2B85-CE63-47F48C37F424}"/>
              </a:ext>
            </a:extLst>
          </p:cNvPr>
          <p:cNvSpPr/>
          <p:nvPr/>
        </p:nvSpPr>
        <p:spPr>
          <a:xfrm>
            <a:off x="640080" y="5513832"/>
            <a:ext cx="10908792" cy="71323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0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Set the destination from your authorized namespace and existing</a:t>
            </a:r>
          </a:p>
          <a:p>
            <a:pPr algn="l">
              <a:buNone/>
            </a:pPr>
            <a:r>
              <a:rPr lang="en-US" sz="20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private repository. Confirm write permission before publishing.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9926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24" name="header-34">
            <a:extLst>
              <a:ext uri="{FF2B5EF4-FFF2-40B4-BE49-F238E27FC236}">
                <a16:creationId xmlns:a16="http://schemas.microsoft.com/office/drawing/2014/main" id="{4352C640-7022-212C-44A6-B49EB8B2AEFB}"/>
              </a:ext>
            </a:extLst>
          </p:cNvPr>
          <p:cNvSpPr/>
          <p:nvPr/>
        </p:nvSpPr>
        <p:spPr>
          <a:xfrm>
            <a:off x="457200" y="457200"/>
            <a:ext cx="11274552" cy="786384"/>
          </a:xfrm>
          <a:prstGeom prst="rect">
            <a:avLst/>
          </a:prstGeom>
          <a:solidFill>
            <a:srgbClr val="243A5E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135" name="title-34">
            <a:extLst>
              <a:ext uri="{FF2B5EF4-FFF2-40B4-BE49-F238E27FC236}">
                <a16:creationId xmlns:a16="http://schemas.microsoft.com/office/drawing/2014/main" id="{20EF89BC-8186-8ECB-8F4A-963FDABCDCA4}"/>
              </a:ext>
            </a:extLst>
          </p:cNvPr>
          <p:cNvSpPr/>
          <p:nvPr/>
        </p:nvSpPr>
        <p:spPr>
          <a:xfrm>
            <a:off x="640080" y="475488"/>
            <a:ext cx="10908792" cy="731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Segoe UI Semibold" panose="020B0702040204020203" pitchFamily="34" charset="0"/>
              </a:rPr>
              <a:t>Creating Custom Container Images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2147" name="chapter-number-34">
            <a:extLst>
              <a:ext uri="{FF2B5EF4-FFF2-40B4-BE49-F238E27FC236}">
                <a16:creationId xmlns:a16="http://schemas.microsoft.com/office/drawing/2014/main" id="{7E1AEC3B-9697-4E28-EAE6-F0303D138FE0}"/>
              </a:ext>
            </a:extLst>
          </p:cNvPr>
          <p:cNvSpPr/>
          <p:nvPr/>
        </p:nvSpPr>
        <p:spPr>
          <a:xfrm>
            <a:off x="640080" y="1920240"/>
            <a:ext cx="1828800" cy="146304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7600" b="1">
                <a:solidFill>
                  <a:srgbClr val="0078D4"/>
                </a:solidFill>
                <a:effectLst/>
                <a:latin typeface="Segoe UI Semibold" panose="020B0702040204020203" pitchFamily="34" charset="0"/>
              </a:rPr>
              <a:t>05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2160" name="chapter-word-34">
            <a:extLst>
              <a:ext uri="{FF2B5EF4-FFF2-40B4-BE49-F238E27FC236}">
                <a16:creationId xmlns:a16="http://schemas.microsoft.com/office/drawing/2014/main" id="{269937CC-6631-7FD7-A8EE-6EB2AEEE383A}"/>
              </a:ext>
            </a:extLst>
          </p:cNvPr>
          <p:cNvSpPr/>
          <p:nvPr/>
        </p:nvSpPr>
        <p:spPr>
          <a:xfrm>
            <a:off x="640080" y="3419856"/>
            <a:ext cx="18288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 b="1">
                <a:solidFill>
                  <a:srgbClr val="0078D4"/>
                </a:solidFill>
                <a:effectLst/>
                <a:latin typeface="Segoe UI Semibold" panose="020B0702040204020203" pitchFamily="34" charset="0"/>
              </a:rPr>
              <a:t>CHAPTER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2174" name="chapter-scope-34-0">
            <a:extLst>
              <a:ext uri="{FF2B5EF4-FFF2-40B4-BE49-F238E27FC236}">
                <a16:creationId xmlns:a16="http://schemas.microsoft.com/office/drawing/2014/main" id="{577F61B5-12A6-BE1D-2301-E054B07468A1}"/>
              </a:ext>
            </a:extLst>
          </p:cNvPr>
          <p:cNvSpPr/>
          <p:nvPr/>
        </p:nvSpPr>
        <p:spPr>
          <a:xfrm>
            <a:off x="2880360" y="1965960"/>
            <a:ext cx="8641080" cy="53035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300" b="1">
                <a:solidFill>
                  <a:srgbClr val="243A5E"/>
                </a:solidFill>
                <a:effectLst/>
                <a:latin typeface="Segoe UI Semibold" panose="020B0702040204020203" pitchFamily="34" charset="0"/>
              </a:rPr>
              <a:t>Designing images and reusing Dockerfiles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2189" name="chapter-scope-34-1">
            <a:extLst>
              <a:ext uri="{FF2B5EF4-FFF2-40B4-BE49-F238E27FC236}">
                <a16:creationId xmlns:a16="http://schemas.microsoft.com/office/drawing/2014/main" id="{EA560019-A7D9-DACD-4994-F41E7FD5E902}"/>
              </a:ext>
            </a:extLst>
          </p:cNvPr>
          <p:cNvSpPr/>
          <p:nvPr/>
        </p:nvSpPr>
        <p:spPr>
          <a:xfrm>
            <a:off x="2880360" y="2834640"/>
            <a:ext cx="8641080" cy="53035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300" b="1">
                <a:solidFill>
                  <a:srgbClr val="243A5E"/>
                </a:solidFill>
                <a:effectLst/>
                <a:latin typeface="Segoe UI Semibold" panose="020B0702040204020203" pitchFamily="34" charset="0"/>
              </a:rPr>
              <a:t>Build context, instructions and cache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2205" name="chapter-scope-34-2">
            <a:extLst>
              <a:ext uri="{FF2B5EF4-FFF2-40B4-BE49-F238E27FC236}">
                <a16:creationId xmlns:a16="http://schemas.microsoft.com/office/drawing/2014/main" id="{CA9743AC-36EE-7BF4-F861-8A85E4C6587F}"/>
              </a:ext>
            </a:extLst>
          </p:cNvPr>
          <p:cNvSpPr/>
          <p:nvPr/>
        </p:nvSpPr>
        <p:spPr>
          <a:xfrm>
            <a:off x="2880360" y="3703320"/>
            <a:ext cx="8641080" cy="53035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300" b="1">
                <a:solidFill>
                  <a:srgbClr val="243A5E"/>
                </a:solidFill>
                <a:effectLst/>
                <a:latin typeface="Segoe UI Semibold" panose="020B0702040204020203" pitchFamily="34" charset="0"/>
              </a:rPr>
              <a:t>Custom Nginx image; scoped cleanup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2222" name="chapter-goal-34">
            <a:extLst>
              <a:ext uri="{FF2B5EF4-FFF2-40B4-BE49-F238E27FC236}">
                <a16:creationId xmlns:a16="http://schemas.microsoft.com/office/drawing/2014/main" id="{E8DC7310-7B02-5E8D-C123-A08A98DD9071}"/>
              </a:ext>
            </a:extLst>
          </p:cNvPr>
          <p:cNvSpPr/>
          <p:nvPr/>
        </p:nvSpPr>
        <p:spPr>
          <a:xfrm>
            <a:off x="2880360" y="5166360"/>
            <a:ext cx="8641080" cy="749808"/>
          </a:xfrm>
          <a:prstGeom prst="rect">
            <a:avLst/>
          </a:prstGeom>
          <a:solidFill>
            <a:srgbClr val="0078D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90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Build a repeatable image, then replace the instance.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0766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40" name="header-35">
            <a:extLst>
              <a:ext uri="{FF2B5EF4-FFF2-40B4-BE49-F238E27FC236}">
                <a16:creationId xmlns:a16="http://schemas.microsoft.com/office/drawing/2014/main" id="{89D1D0DC-7F80-69F0-6ED4-E198D6CFC0F3}"/>
              </a:ext>
            </a:extLst>
          </p:cNvPr>
          <p:cNvSpPr/>
          <p:nvPr/>
        </p:nvSpPr>
        <p:spPr>
          <a:xfrm>
            <a:off x="457200" y="457200"/>
            <a:ext cx="11274552" cy="786384"/>
          </a:xfrm>
          <a:prstGeom prst="rect">
            <a:avLst/>
          </a:prstGeom>
          <a:solidFill>
            <a:srgbClr val="243A5E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259" name="title-35">
            <a:extLst>
              <a:ext uri="{FF2B5EF4-FFF2-40B4-BE49-F238E27FC236}">
                <a16:creationId xmlns:a16="http://schemas.microsoft.com/office/drawing/2014/main" id="{40703AE0-BB32-838D-970D-2BDB17C16B70}"/>
              </a:ext>
            </a:extLst>
          </p:cNvPr>
          <p:cNvSpPr/>
          <p:nvPr/>
        </p:nvSpPr>
        <p:spPr>
          <a:xfrm>
            <a:off x="640080" y="475488"/>
            <a:ext cx="10908792" cy="731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Segoe UI Semibold" panose="020B0702040204020203" pitchFamily="34" charset="0"/>
              </a:rPr>
              <a:t>Design and Reuse Dockerfiles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2279" name="chapter-label-35">
            <a:extLst>
              <a:ext uri="{FF2B5EF4-FFF2-40B4-BE49-F238E27FC236}">
                <a16:creationId xmlns:a16="http://schemas.microsoft.com/office/drawing/2014/main" id="{7DD8C59A-7A52-583E-D2B9-B00C63608574}"/>
              </a:ext>
            </a:extLst>
          </p:cNvPr>
          <p:cNvSpPr/>
          <p:nvPr/>
        </p:nvSpPr>
        <p:spPr>
          <a:xfrm>
            <a:off x="640080" y="1389888"/>
            <a:ext cx="2194560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0078D4"/>
                </a:solidFill>
                <a:effectLst/>
                <a:latin typeface="Segoe UI Semibold" panose="020B0702040204020203" pitchFamily="34" charset="0"/>
              </a:rPr>
              <a:t>CHAPTER 5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2300" name="parent-image">
            <a:extLst>
              <a:ext uri="{FF2B5EF4-FFF2-40B4-BE49-F238E27FC236}">
                <a16:creationId xmlns:a16="http://schemas.microsoft.com/office/drawing/2014/main" id="{B97458AF-00D4-2EEC-C758-91DFD60906B7}"/>
              </a:ext>
            </a:extLst>
          </p:cNvPr>
          <p:cNvSpPr/>
          <p:nvPr/>
        </p:nvSpPr>
        <p:spPr>
          <a:xfrm>
            <a:off x="640080" y="2112264"/>
            <a:ext cx="4892040" cy="1700784"/>
          </a:xfrm>
          <a:prstGeom prst="rect">
            <a:avLst/>
          </a:prstGeom>
          <a:solidFill>
            <a:srgbClr val="F2F2F2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600" b="1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Parent image</a:t>
            </a:r>
          </a:p>
          <a:p>
            <a:pPr algn="ctr">
              <a:buNone/>
            </a:pPr>
            <a:r>
              <a:rPr lang="en-US" sz="21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Maintained application runtime</a:t>
            </a:r>
          </a:p>
          <a:p>
            <a:pPr algn="ctr">
              <a:buNone/>
            </a:pPr>
            <a:r>
              <a:rPr lang="en-US" sz="21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Review its contract and provenance</a:t>
            </a:r>
            <a:endParaRPr lang="en-US"/>
          </a:p>
        </p:txBody>
      </p:sp>
      <p:sp>
        <p:nvSpPr>
          <p:cNvPr id="22322" name="parent-child-arrow">
            <a:extLst>
              <a:ext uri="{FF2B5EF4-FFF2-40B4-BE49-F238E27FC236}">
                <a16:creationId xmlns:a16="http://schemas.microsoft.com/office/drawing/2014/main" id="{EDAFA1FF-AB03-32C0-A188-FE80284175BA}"/>
              </a:ext>
            </a:extLst>
          </p:cNvPr>
          <p:cNvSpPr/>
          <p:nvPr/>
        </p:nvSpPr>
        <p:spPr>
          <a:xfrm>
            <a:off x="5650992" y="2743200"/>
            <a:ext cx="548640" cy="338328"/>
          </a:xfrm>
          <a:prstGeom prst="rightArrow">
            <a:avLst/>
          </a:prstGeom>
          <a:solidFill>
            <a:srgbClr val="0078D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345" name="child-image">
            <a:extLst>
              <a:ext uri="{FF2B5EF4-FFF2-40B4-BE49-F238E27FC236}">
                <a16:creationId xmlns:a16="http://schemas.microsoft.com/office/drawing/2014/main" id="{D891919D-69E9-6F7D-0748-F8FDA5DA7237}"/>
              </a:ext>
            </a:extLst>
          </p:cNvPr>
          <p:cNvSpPr/>
          <p:nvPr/>
        </p:nvSpPr>
        <p:spPr>
          <a:xfrm>
            <a:off x="6355080" y="2112264"/>
            <a:ext cx="5193792" cy="1700784"/>
          </a:xfrm>
          <a:prstGeom prst="rect">
            <a:avLst/>
          </a:prstGeom>
          <a:solidFill>
            <a:srgbClr val="F2F2F2"/>
          </a:solidFill>
          <a:ln w="12700">
            <a:solidFill>
              <a:srgbClr val="0078D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600" b="1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Child image</a:t>
            </a:r>
          </a:p>
          <a:p>
            <a:pPr algn="ctr">
              <a:buNone/>
            </a:pPr>
            <a:r>
              <a:rPr lang="en-US" sz="21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Parent content + selected changes</a:t>
            </a:r>
          </a:p>
          <a:p>
            <a:pPr algn="ctr">
              <a:buNone/>
            </a:pPr>
            <a:r>
              <a:rPr lang="en-US" sz="21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Reviewable recipe in version control</a:t>
            </a:r>
            <a:endParaRPr lang="en-US"/>
          </a:p>
        </p:txBody>
      </p:sp>
      <p:sp>
        <p:nvSpPr>
          <p:cNvPr id="22369" name="recipe-values">
            <a:extLst>
              <a:ext uri="{FF2B5EF4-FFF2-40B4-BE49-F238E27FC236}">
                <a16:creationId xmlns:a16="http://schemas.microsoft.com/office/drawing/2014/main" id="{B6207F6B-4E43-43D5-F7A2-B85C34E42B04}"/>
              </a:ext>
            </a:extLst>
          </p:cNvPr>
          <p:cNvSpPr/>
          <p:nvPr/>
        </p:nvSpPr>
        <p:spPr>
          <a:xfrm>
            <a:off x="640080" y="4224528"/>
            <a:ext cx="10908792" cy="53035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800" b="1">
                <a:solidFill>
                  <a:srgbClr val="243A5E"/>
                </a:solidFill>
                <a:effectLst/>
                <a:latin typeface="Segoe UI Semibold" panose="020B0702040204020203" pitchFamily="34" charset="0"/>
              </a:rPr>
              <a:t>Repeatable beats ad-hoc snapshots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2394" name="recipe-discovery">
            <a:extLst>
              <a:ext uri="{FF2B5EF4-FFF2-40B4-BE49-F238E27FC236}">
                <a16:creationId xmlns:a16="http://schemas.microsoft.com/office/drawing/2014/main" id="{01CFD637-3686-7D05-E33A-95FC5DC8125B}"/>
              </a:ext>
            </a:extLst>
          </p:cNvPr>
          <p:cNvSpPr/>
          <p:nvPr/>
        </p:nvSpPr>
        <p:spPr>
          <a:xfrm>
            <a:off x="640080" y="4882896"/>
            <a:ext cx="10908792" cy="111556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4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Find the supported tag and upstream build recipe. Add</a:t>
            </a:r>
          </a:p>
          <a:p>
            <a:pPr algn="l">
              <a:buNone/>
            </a:pPr>
            <a:r>
              <a:rPr lang="en-US" sz="24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only required files and settings; do not embed secrets.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5559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0" name="header-23">
            <a:extLst>
              <a:ext uri="{FF2B5EF4-FFF2-40B4-BE49-F238E27FC236}">
                <a16:creationId xmlns:a16="http://schemas.microsoft.com/office/drawing/2014/main" id="{78F305EF-8A30-C75F-5308-09A30565DB6A}"/>
              </a:ext>
            </a:extLst>
          </p:cNvPr>
          <p:cNvSpPr/>
          <p:nvPr/>
        </p:nvSpPr>
        <p:spPr>
          <a:xfrm>
            <a:off x="457200" y="457200"/>
            <a:ext cx="11274552" cy="786384"/>
          </a:xfrm>
          <a:prstGeom prst="rect">
            <a:avLst/>
          </a:prstGeom>
          <a:solidFill>
            <a:srgbClr val="243A5E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447" name="title-23">
            <a:extLst>
              <a:ext uri="{FF2B5EF4-FFF2-40B4-BE49-F238E27FC236}">
                <a16:creationId xmlns:a16="http://schemas.microsoft.com/office/drawing/2014/main" id="{AE600479-1398-0821-C0C3-9840A52745E9}"/>
              </a:ext>
            </a:extLst>
          </p:cNvPr>
          <p:cNvSpPr/>
          <p:nvPr/>
        </p:nvSpPr>
        <p:spPr>
          <a:xfrm>
            <a:off x="640080" y="475488"/>
            <a:ext cx="10908792" cy="731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Segoe UI Semibold" panose="020B0702040204020203" pitchFamily="34" charset="0"/>
              </a:rPr>
              <a:t>Question 2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2475" name="label-23">
            <a:extLst>
              <a:ext uri="{FF2B5EF4-FFF2-40B4-BE49-F238E27FC236}">
                <a16:creationId xmlns:a16="http://schemas.microsoft.com/office/drawing/2014/main" id="{A7128AB2-3EFD-52A5-03A9-384A55B10142}"/>
              </a:ext>
            </a:extLst>
          </p:cNvPr>
          <p:cNvSpPr/>
          <p:nvPr/>
        </p:nvSpPr>
        <p:spPr>
          <a:xfrm>
            <a:off x="640080" y="1389888"/>
            <a:ext cx="10908792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0078D4"/>
                </a:solidFill>
                <a:effectLst/>
                <a:latin typeface="Segoe UI Semibold" panose="020B0702040204020203" pitchFamily="34" charset="0"/>
              </a:rPr>
              <a:t>Q2  |  DISCUSSION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2504" name="q2-question">
            <a:extLst>
              <a:ext uri="{FF2B5EF4-FFF2-40B4-BE49-F238E27FC236}">
                <a16:creationId xmlns:a16="http://schemas.microsoft.com/office/drawing/2014/main" id="{4DC19D21-82E6-667D-05DE-BFE77FCFE1D2}"/>
              </a:ext>
            </a:extLst>
          </p:cNvPr>
          <p:cNvSpPr/>
          <p:nvPr/>
        </p:nvSpPr>
        <p:spPr>
          <a:xfrm>
            <a:off x="640080" y="1847088"/>
            <a:ext cx="10908792" cy="102412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4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What are two typical scenarios for creating a Dockerfile</a:t>
            </a:r>
          </a:p>
          <a:p>
            <a:pPr algn="l">
              <a:buNone/>
            </a:pPr>
            <a:r>
              <a:rPr lang="en-US" sz="24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to build a child image from an existing image? (Choose</a:t>
            </a:r>
          </a:p>
          <a:p>
            <a:pPr algn="l">
              <a:buNone/>
            </a:pPr>
            <a:r>
              <a:rPr lang="en-US" sz="24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two.)</a:t>
            </a:r>
            <a:endParaRPr lang="en-US"/>
          </a:p>
        </p:txBody>
      </p:sp>
      <p:sp>
        <p:nvSpPr>
          <p:cNvPr id="22534" name="q2-option-ground-0">
            <a:extLst>
              <a:ext uri="{FF2B5EF4-FFF2-40B4-BE49-F238E27FC236}">
                <a16:creationId xmlns:a16="http://schemas.microsoft.com/office/drawing/2014/main" id="{AEA826D8-96BE-6CF9-234E-80A1094C90EC}"/>
              </a:ext>
            </a:extLst>
          </p:cNvPr>
          <p:cNvSpPr/>
          <p:nvPr/>
        </p:nvSpPr>
        <p:spPr>
          <a:xfrm>
            <a:off x="640080" y="3017520"/>
            <a:ext cx="10908792" cy="484632"/>
          </a:xfrm>
          <a:prstGeom prst="rect">
            <a:avLst/>
          </a:prstGeom>
          <a:solidFill>
            <a:srgbClr val="F2F2F2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565" name="q2-option-0">
            <a:extLst>
              <a:ext uri="{FF2B5EF4-FFF2-40B4-BE49-F238E27FC236}">
                <a16:creationId xmlns:a16="http://schemas.microsoft.com/office/drawing/2014/main" id="{E0C91A22-C4DA-4783-D048-E0825DF676E9}"/>
              </a:ext>
            </a:extLst>
          </p:cNvPr>
          <p:cNvSpPr/>
          <p:nvPr/>
        </p:nvSpPr>
        <p:spPr>
          <a:xfrm>
            <a:off x="822960" y="3040380"/>
            <a:ext cx="10543032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9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a. Adding new runtime libraries.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2597" name="q2-option-1">
            <a:extLst>
              <a:ext uri="{FF2B5EF4-FFF2-40B4-BE49-F238E27FC236}">
                <a16:creationId xmlns:a16="http://schemas.microsoft.com/office/drawing/2014/main" id="{2C17D0F1-7545-FAAB-8BDB-98B18D6C04FC}"/>
              </a:ext>
            </a:extLst>
          </p:cNvPr>
          <p:cNvSpPr/>
          <p:nvPr/>
        </p:nvSpPr>
        <p:spPr>
          <a:xfrm>
            <a:off x="822960" y="3602736"/>
            <a:ext cx="10543032" cy="7429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9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b. Setting constraints on a container's access to the host machine's</a:t>
            </a:r>
          </a:p>
          <a:p>
            <a:pPr algn="l">
              <a:buNone/>
            </a:pPr>
            <a:r>
              <a:rPr lang="en-US" sz="19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CPU.</a:t>
            </a:r>
            <a:endParaRPr lang="en-US"/>
          </a:p>
        </p:txBody>
      </p:sp>
      <p:sp>
        <p:nvSpPr>
          <p:cNvPr id="22630" name="q2-option-ground-2">
            <a:extLst>
              <a:ext uri="{FF2B5EF4-FFF2-40B4-BE49-F238E27FC236}">
                <a16:creationId xmlns:a16="http://schemas.microsoft.com/office/drawing/2014/main" id="{8D3D04DF-9EBC-880F-8C31-6837271A720E}"/>
              </a:ext>
            </a:extLst>
          </p:cNvPr>
          <p:cNvSpPr/>
          <p:nvPr/>
        </p:nvSpPr>
        <p:spPr>
          <a:xfrm>
            <a:off x="640080" y="4446270"/>
            <a:ext cx="10908792" cy="788670"/>
          </a:xfrm>
          <a:prstGeom prst="rect">
            <a:avLst/>
          </a:prstGeom>
          <a:solidFill>
            <a:srgbClr val="F2F2F2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664" name="q2-option-2">
            <a:extLst>
              <a:ext uri="{FF2B5EF4-FFF2-40B4-BE49-F238E27FC236}">
                <a16:creationId xmlns:a16="http://schemas.microsoft.com/office/drawing/2014/main" id="{5186A4EC-2E0F-3439-4E6B-E7B5245C9514}"/>
              </a:ext>
            </a:extLst>
          </p:cNvPr>
          <p:cNvSpPr/>
          <p:nvPr/>
        </p:nvSpPr>
        <p:spPr>
          <a:xfrm>
            <a:off x="822960" y="4469130"/>
            <a:ext cx="10543032" cy="7429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9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c. Adding internal libraries to be shared as a single image layer by</a:t>
            </a:r>
          </a:p>
          <a:p>
            <a:pPr algn="l">
              <a:buNone/>
            </a:pPr>
            <a:r>
              <a:rPr lang="en-US" sz="19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multiple container images for different applications.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56710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99" name="header-36">
            <a:extLst>
              <a:ext uri="{FF2B5EF4-FFF2-40B4-BE49-F238E27FC236}">
                <a16:creationId xmlns:a16="http://schemas.microsoft.com/office/drawing/2014/main" id="{A3797067-4CE1-4CA8-6367-BE7DE33F6867}"/>
              </a:ext>
            </a:extLst>
          </p:cNvPr>
          <p:cNvSpPr/>
          <p:nvPr/>
        </p:nvSpPr>
        <p:spPr>
          <a:xfrm>
            <a:off x="457200" y="457200"/>
            <a:ext cx="11274552" cy="786384"/>
          </a:xfrm>
          <a:prstGeom prst="rect">
            <a:avLst/>
          </a:prstGeom>
          <a:solidFill>
            <a:srgbClr val="243A5E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735" name="title-36">
            <a:extLst>
              <a:ext uri="{FF2B5EF4-FFF2-40B4-BE49-F238E27FC236}">
                <a16:creationId xmlns:a16="http://schemas.microsoft.com/office/drawing/2014/main" id="{B1ADD69F-63B4-66A3-37DF-1E51A7DC490A}"/>
              </a:ext>
            </a:extLst>
          </p:cNvPr>
          <p:cNvSpPr/>
          <p:nvPr/>
        </p:nvSpPr>
        <p:spPr>
          <a:xfrm>
            <a:off x="640080" y="475488"/>
            <a:ext cx="10908792" cy="731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Segoe UI Semibold" panose="020B0702040204020203" pitchFamily="34" charset="0"/>
              </a:rPr>
              <a:t>Build Context and Dockerfile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2772" name="chapter-label-36">
            <a:extLst>
              <a:ext uri="{FF2B5EF4-FFF2-40B4-BE49-F238E27FC236}">
                <a16:creationId xmlns:a16="http://schemas.microsoft.com/office/drawing/2014/main" id="{418DE3D0-DD37-EB24-D417-F726545006B2}"/>
              </a:ext>
            </a:extLst>
          </p:cNvPr>
          <p:cNvSpPr/>
          <p:nvPr/>
        </p:nvSpPr>
        <p:spPr>
          <a:xfrm>
            <a:off x="640080" y="1389888"/>
            <a:ext cx="2194560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0078D4"/>
                </a:solidFill>
                <a:effectLst/>
                <a:latin typeface="Segoe UI Semibold" panose="020B0702040204020203" pitchFamily="34" charset="0"/>
              </a:rPr>
              <a:t>CHAPTER 5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2810" name="build-context-tree-ground">
            <a:extLst>
              <a:ext uri="{FF2B5EF4-FFF2-40B4-BE49-F238E27FC236}">
                <a16:creationId xmlns:a16="http://schemas.microsoft.com/office/drawing/2014/main" id="{B58BDB1D-E22C-FEEB-62D5-6D8D6DC61F97}"/>
              </a:ext>
            </a:extLst>
          </p:cNvPr>
          <p:cNvSpPr/>
          <p:nvPr/>
        </p:nvSpPr>
        <p:spPr>
          <a:xfrm>
            <a:off x="640080" y="1938528"/>
            <a:ext cx="5166360" cy="1664208"/>
          </a:xfrm>
          <a:prstGeom prst="rect">
            <a:avLst/>
          </a:prstGeom>
          <a:solidFill>
            <a:srgbClr val="F2F2F2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849" name="build-context-tree">
            <a:extLst>
              <a:ext uri="{FF2B5EF4-FFF2-40B4-BE49-F238E27FC236}">
                <a16:creationId xmlns:a16="http://schemas.microsoft.com/office/drawing/2014/main" id="{499345D3-7EF9-FE46-1D8E-D7EF15650BAF}"/>
              </a:ext>
            </a:extLst>
          </p:cNvPr>
          <p:cNvSpPr/>
          <p:nvPr/>
        </p:nvSpPr>
        <p:spPr>
          <a:xfrm>
            <a:off x="804672" y="2048256"/>
            <a:ext cx="4837176" cy="144475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60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custom-web/</a:t>
            </a:r>
          </a:p>
          <a:p>
            <a:pPr algn="l">
              <a:buNone/>
            </a:pPr>
            <a:r>
              <a:rPr lang="en-US" sz="260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  Dockerfile</a:t>
            </a:r>
          </a:p>
          <a:p>
            <a:pPr algn="l">
              <a:buNone/>
            </a:pPr>
            <a:r>
              <a:rPr lang="en-US" sz="260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  index.html</a:t>
            </a:r>
            <a:endParaRPr lang="en-US"/>
          </a:p>
        </p:txBody>
      </p:sp>
      <p:sp>
        <p:nvSpPr>
          <p:cNvPr id="22889" name="build-result">
            <a:extLst>
              <a:ext uri="{FF2B5EF4-FFF2-40B4-BE49-F238E27FC236}">
                <a16:creationId xmlns:a16="http://schemas.microsoft.com/office/drawing/2014/main" id="{8AB9949A-A1A3-2B66-389B-487336480258}"/>
              </a:ext>
            </a:extLst>
          </p:cNvPr>
          <p:cNvSpPr/>
          <p:nvPr/>
        </p:nvSpPr>
        <p:spPr>
          <a:xfrm>
            <a:off x="6254496" y="1938528"/>
            <a:ext cx="5294376" cy="1664208"/>
          </a:xfrm>
          <a:prstGeom prst="rect">
            <a:avLst/>
          </a:prstGeom>
          <a:solidFill>
            <a:srgbClr val="F2F2F2"/>
          </a:solidFill>
          <a:ln w="12700">
            <a:solidFill>
              <a:srgbClr val="0078D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100" b="1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docker build -t cf-custom:v1 .</a:t>
            </a:r>
          </a:p>
          <a:p>
            <a:pPr algn="ctr">
              <a:buNone/>
            </a:pPr>
            <a:r>
              <a:rPr lang="en-US" sz="20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The dot selects the current build context</a:t>
            </a:r>
            <a:endParaRPr lang="en-US"/>
          </a:p>
        </p:txBody>
      </p:sp>
      <p:sp>
        <p:nvSpPr>
          <p:cNvPr id="22930" name="context-boundary-title">
            <a:extLst>
              <a:ext uri="{FF2B5EF4-FFF2-40B4-BE49-F238E27FC236}">
                <a16:creationId xmlns:a16="http://schemas.microsoft.com/office/drawing/2014/main" id="{668F43F7-8B6A-C6D9-AED5-45813D16B9C0}"/>
              </a:ext>
            </a:extLst>
          </p:cNvPr>
          <p:cNvSpPr/>
          <p:nvPr/>
        </p:nvSpPr>
        <p:spPr>
          <a:xfrm>
            <a:off x="640080" y="4023360"/>
            <a:ext cx="10908792" cy="53035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800" b="1">
                <a:solidFill>
                  <a:srgbClr val="243A5E"/>
                </a:solidFill>
                <a:effectLst/>
                <a:latin typeface="Segoe UI Semibold" panose="020B0702040204020203" pitchFamily="34" charset="0"/>
              </a:rPr>
              <a:t>Only intended files belong here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2972" name="context-boundary">
            <a:extLst>
              <a:ext uri="{FF2B5EF4-FFF2-40B4-BE49-F238E27FC236}">
                <a16:creationId xmlns:a16="http://schemas.microsoft.com/office/drawing/2014/main" id="{7EA17CF1-F6E2-E605-41E4-91E10E1EF349}"/>
              </a:ext>
            </a:extLst>
          </p:cNvPr>
          <p:cNvSpPr/>
          <p:nvPr/>
        </p:nvSpPr>
        <p:spPr>
          <a:xfrm>
            <a:off x="640080" y="4663440"/>
            <a:ext cx="10908792" cy="11338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3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Use a dedicated directory. Keep unrelated files and secrets</a:t>
            </a:r>
          </a:p>
          <a:p>
            <a:pPr algn="l">
              <a:buNone/>
            </a:pPr>
            <a:r>
              <a:rPr lang="en-US" sz="23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out of the context; use an appropriate .dockerignore where</a:t>
            </a:r>
          </a:p>
          <a:p>
            <a:pPr algn="l">
              <a:buNone/>
            </a:pPr>
            <a:r>
              <a:rPr lang="en-US" sz="23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needed.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25083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15" name="header-37">
            <a:extLst>
              <a:ext uri="{FF2B5EF4-FFF2-40B4-BE49-F238E27FC236}">
                <a16:creationId xmlns:a16="http://schemas.microsoft.com/office/drawing/2014/main" id="{0F74DF2F-EA36-6BAE-649D-4272B5BE4E65}"/>
              </a:ext>
            </a:extLst>
          </p:cNvPr>
          <p:cNvSpPr/>
          <p:nvPr/>
        </p:nvSpPr>
        <p:spPr>
          <a:xfrm>
            <a:off x="457200" y="457200"/>
            <a:ext cx="11274552" cy="786384"/>
          </a:xfrm>
          <a:prstGeom prst="rect">
            <a:avLst/>
          </a:prstGeom>
          <a:solidFill>
            <a:srgbClr val="243A5E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059" name="title-37">
            <a:extLst>
              <a:ext uri="{FF2B5EF4-FFF2-40B4-BE49-F238E27FC236}">
                <a16:creationId xmlns:a16="http://schemas.microsoft.com/office/drawing/2014/main" id="{9AD4F64F-3305-DD58-5C70-DB055DFB524F}"/>
              </a:ext>
            </a:extLst>
          </p:cNvPr>
          <p:cNvSpPr/>
          <p:nvPr/>
        </p:nvSpPr>
        <p:spPr>
          <a:xfrm>
            <a:off x="640080" y="475488"/>
            <a:ext cx="10908792" cy="731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Segoe UI Semibold" panose="020B0702040204020203" pitchFamily="34" charset="0"/>
              </a:rPr>
              <a:t>Dockerfile Instructions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3104" name="chapter-label-37">
            <a:extLst>
              <a:ext uri="{FF2B5EF4-FFF2-40B4-BE49-F238E27FC236}">
                <a16:creationId xmlns:a16="http://schemas.microsoft.com/office/drawing/2014/main" id="{70668530-5794-5AA8-ACF3-87D41E6E36D4}"/>
              </a:ext>
            </a:extLst>
          </p:cNvPr>
          <p:cNvSpPr/>
          <p:nvPr/>
        </p:nvSpPr>
        <p:spPr>
          <a:xfrm>
            <a:off x="640080" y="1389888"/>
            <a:ext cx="2194560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0078D4"/>
                </a:solidFill>
                <a:effectLst/>
                <a:latin typeface="Segoe UI Semibold" panose="020B0702040204020203" pitchFamily="34" charset="0"/>
              </a:rPr>
              <a:t>CHAPTER 5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C9D5321-4E28-47BE-8E27-945E5B1751D9}"/>
              </a:ext>
            </a:extLst>
          </p:cNvPr>
          <p:cNvGraphicFramePr>
            <a:graphicFrameLocks noGrp="1"/>
          </p:cNvGraphicFramePr>
          <p:nvPr/>
        </p:nvGraphicFramePr>
        <p:xfrm>
          <a:off x="640080" y="1901952"/>
          <a:ext cx="8128000" cy="44958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87445456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6822956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>
                          <a:solidFill>
                            <a:srgbClr val="FFFFFF"/>
                          </a:solidFill>
                          <a:effectLst/>
                          <a:latin typeface="Segoe UI" panose="020B0502040204020203" pitchFamily="34" charset="0"/>
                        </a:rPr>
                        <a:t>Instruction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43A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>
                          <a:solidFill>
                            <a:srgbClr val="FFFFFF"/>
                          </a:solidFill>
                          <a:effectLst/>
                          <a:latin typeface="Segoe UI" panose="020B0502040204020203" pitchFamily="34" charset="0"/>
                        </a:rPr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43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97624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  <a:latin typeface="Segoe UI" panose="020B0502040204020203" pitchFamily="34" charset="0"/>
                        </a:rPr>
                        <a:t>FROM / LABEL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  <a:latin typeface="Segoe UI" panose="020B0502040204020203" pitchFamily="34" charset="0"/>
                        </a:rPr>
                        <a:t>Parent image / image metadata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13372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  <a:latin typeface="Segoe UI" panose="020B0502040204020203" pitchFamily="34" charset="0"/>
                        </a:rPr>
                        <a:t>RUN / WORKDIR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B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  <a:latin typeface="Segoe UI" panose="020B0502040204020203" pitchFamily="34" charset="0"/>
                        </a:rPr>
                        <a:t>Build-time commands / working directory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B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3783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  <a:latin typeface="Segoe UI" panose="020B0502040204020203" pitchFamily="34" charset="0"/>
                        </a:rPr>
                        <a:t>COPY / ADD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  <a:latin typeface="Segoe UI" panose="020B0502040204020203" pitchFamily="34" charset="0"/>
                        </a:rPr>
                        <a:t>Add content; ADD has extra source behaviors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55860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  <a:latin typeface="Segoe UI" panose="020B0502040204020203" pitchFamily="34" charset="0"/>
                        </a:rPr>
                        <a:t>ENV / USER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B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  <a:latin typeface="Segoe UI" panose="020B0502040204020203" pitchFamily="34" charset="0"/>
                        </a:rPr>
                        <a:t>Runtime defaults / execution identity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B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85338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  <a:latin typeface="Segoe UI" panose="020B0502040204020203" pitchFamily="34" charset="0"/>
                        </a:rPr>
                        <a:t>EXPOSE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  <a:latin typeface="Segoe UI" panose="020B0502040204020203" pitchFamily="34" charset="0"/>
                        </a:rPr>
                        <a:t>Port metadata—not host publishing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55620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  <a:latin typeface="Segoe UI" panose="020B0502040204020203" pitchFamily="34" charset="0"/>
                        </a:rPr>
                        <a:t>CMD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B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  <a:latin typeface="Segoe UI" panose="020B0502040204020203" pitchFamily="34" charset="0"/>
                        </a:rPr>
                        <a:t>Default command or ENTRYPOINT arguments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B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6767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  <a:latin typeface="Segoe UI" panose="020B0502040204020203" pitchFamily="34" charset="0"/>
                        </a:rPr>
                        <a:t>ENTRYPOINT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  <a:latin typeface="Segoe UI" panose="020B0502040204020203" pitchFamily="34" charset="0"/>
                        </a:rPr>
                        <a:t>Executable behavior; may be inherited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30136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88678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51" name="header-38">
            <a:extLst>
              <a:ext uri="{FF2B5EF4-FFF2-40B4-BE49-F238E27FC236}">
                <a16:creationId xmlns:a16="http://schemas.microsoft.com/office/drawing/2014/main" id="{C667BF4B-28E9-649C-7336-5DB8B491F68A}"/>
              </a:ext>
            </a:extLst>
          </p:cNvPr>
          <p:cNvSpPr/>
          <p:nvPr/>
        </p:nvSpPr>
        <p:spPr>
          <a:xfrm>
            <a:off x="457200" y="457200"/>
            <a:ext cx="11274552" cy="786384"/>
          </a:xfrm>
          <a:prstGeom prst="rect">
            <a:avLst/>
          </a:prstGeom>
          <a:solidFill>
            <a:srgbClr val="243A5E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199" name="title-38">
            <a:extLst>
              <a:ext uri="{FF2B5EF4-FFF2-40B4-BE49-F238E27FC236}">
                <a16:creationId xmlns:a16="http://schemas.microsoft.com/office/drawing/2014/main" id="{87DC90A0-3F59-69F6-59B9-992E8444E681}"/>
              </a:ext>
            </a:extLst>
          </p:cNvPr>
          <p:cNvSpPr/>
          <p:nvPr/>
        </p:nvSpPr>
        <p:spPr>
          <a:xfrm>
            <a:off x="640080" y="475488"/>
            <a:ext cx="10908792" cy="731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Segoe UI Semibold" panose="020B0702040204020203" pitchFamily="34" charset="0"/>
              </a:rPr>
              <a:t>Startup Behavior and File Copying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3248" name="chapter-label-38">
            <a:extLst>
              <a:ext uri="{FF2B5EF4-FFF2-40B4-BE49-F238E27FC236}">
                <a16:creationId xmlns:a16="http://schemas.microsoft.com/office/drawing/2014/main" id="{AC4EA52F-E07D-2C4E-EF33-82CCFC0FAB34}"/>
              </a:ext>
            </a:extLst>
          </p:cNvPr>
          <p:cNvSpPr/>
          <p:nvPr/>
        </p:nvSpPr>
        <p:spPr>
          <a:xfrm>
            <a:off x="640080" y="1389888"/>
            <a:ext cx="2194560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0078D4"/>
                </a:solidFill>
                <a:effectLst/>
                <a:latin typeface="Segoe UI Semibold" panose="020B0702040204020203" pitchFamily="34" charset="0"/>
              </a:rPr>
              <a:t>CHAPTER 5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3298" name="startup-panel">
            <a:extLst>
              <a:ext uri="{FF2B5EF4-FFF2-40B4-BE49-F238E27FC236}">
                <a16:creationId xmlns:a16="http://schemas.microsoft.com/office/drawing/2014/main" id="{E9704C17-9CFC-6823-EAB1-BCE5D68B5B16}"/>
              </a:ext>
            </a:extLst>
          </p:cNvPr>
          <p:cNvSpPr/>
          <p:nvPr/>
        </p:nvSpPr>
        <p:spPr>
          <a:xfrm>
            <a:off x="640080" y="1947672"/>
            <a:ext cx="5166360" cy="3611880"/>
          </a:xfrm>
          <a:prstGeom prst="rect">
            <a:avLst/>
          </a:prstGeom>
          <a:solidFill>
            <a:srgbClr val="F2F2F2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349" name="copy-panel">
            <a:extLst>
              <a:ext uri="{FF2B5EF4-FFF2-40B4-BE49-F238E27FC236}">
                <a16:creationId xmlns:a16="http://schemas.microsoft.com/office/drawing/2014/main" id="{FF6DF194-19D2-489C-1ABD-58EA316E73E8}"/>
              </a:ext>
            </a:extLst>
          </p:cNvPr>
          <p:cNvSpPr/>
          <p:nvPr/>
        </p:nvSpPr>
        <p:spPr>
          <a:xfrm>
            <a:off x="6254496" y="1947672"/>
            <a:ext cx="5294376" cy="3611880"/>
          </a:xfrm>
          <a:prstGeom prst="rect">
            <a:avLst/>
          </a:prstGeom>
          <a:solidFill>
            <a:srgbClr val="F2F2F2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401" name="startup-title">
            <a:extLst>
              <a:ext uri="{FF2B5EF4-FFF2-40B4-BE49-F238E27FC236}">
                <a16:creationId xmlns:a16="http://schemas.microsoft.com/office/drawing/2014/main" id="{B0C72928-2205-6817-F4A7-528FC6872CD9}"/>
              </a:ext>
            </a:extLst>
          </p:cNvPr>
          <p:cNvSpPr/>
          <p:nvPr/>
        </p:nvSpPr>
        <p:spPr>
          <a:xfrm>
            <a:off x="850392" y="1876003"/>
            <a:ext cx="4736592" cy="53035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500" b="1" dirty="0">
                <a:solidFill>
                  <a:srgbClr val="243A5E"/>
                </a:solidFill>
                <a:effectLst/>
                <a:latin typeface="Segoe UI Semibold" panose="020B0702040204020203" pitchFamily="34" charset="0"/>
              </a:rPr>
              <a:t>CMD + ENTRYPOINT</a:t>
            </a:r>
          </a:p>
          <a:p>
            <a:pPr algn="l">
              <a:buNone/>
            </a:pPr>
            <a:r>
              <a:rPr lang="en-US" sz="100" dirty="0">
                <a:effectLst/>
              </a:rPr>
              <a:t> </a:t>
            </a:r>
            <a:endParaRPr lang="en-US" dirty="0"/>
          </a:p>
        </p:txBody>
      </p:sp>
      <p:sp>
        <p:nvSpPr>
          <p:cNvPr id="23454" name="startup-body">
            <a:extLst>
              <a:ext uri="{FF2B5EF4-FFF2-40B4-BE49-F238E27FC236}">
                <a16:creationId xmlns:a16="http://schemas.microsoft.com/office/drawing/2014/main" id="{89AA012E-5E86-2707-463A-1A96500D9990}"/>
              </a:ext>
            </a:extLst>
          </p:cNvPr>
          <p:cNvSpPr/>
          <p:nvPr/>
        </p:nvSpPr>
        <p:spPr>
          <a:xfrm>
            <a:off x="850392" y="2816352"/>
            <a:ext cx="4736592" cy="239572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100" dirty="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Exec form is preferred.</a:t>
            </a:r>
          </a:p>
          <a:p>
            <a:pPr algn="l">
              <a:buNone/>
            </a:pPr>
            <a:r>
              <a:rPr lang="en-US" sz="2100" dirty="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CMD supplies defaults.</a:t>
            </a:r>
          </a:p>
          <a:p>
            <a:pPr algn="l">
              <a:buNone/>
            </a:pPr>
            <a:r>
              <a:rPr lang="en-US" sz="2100" dirty="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Trailing run arguments</a:t>
            </a:r>
          </a:p>
          <a:p>
            <a:pPr algn="l">
              <a:buNone/>
            </a:pPr>
            <a:r>
              <a:rPr lang="en-US" sz="2100" dirty="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normally replace CMD—not</a:t>
            </a:r>
          </a:p>
          <a:p>
            <a:pPr algn="l">
              <a:buNone/>
            </a:pPr>
            <a:r>
              <a:rPr lang="en-US" sz="2100" dirty="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ENTRYPOINT.</a:t>
            </a:r>
          </a:p>
          <a:p>
            <a:pPr algn="l">
              <a:buNone/>
            </a:pPr>
            <a:r>
              <a:rPr lang="en-US" sz="2100" dirty="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The Nginx </a:t>
            </a:r>
            <a:r>
              <a:rPr lang="en-US" sz="2100" dirty="0" err="1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entrypoint</a:t>
            </a:r>
            <a:r>
              <a:rPr lang="en-US" sz="2100" dirty="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 is</a:t>
            </a:r>
          </a:p>
          <a:p>
            <a:pPr algn="l">
              <a:buNone/>
            </a:pPr>
            <a:r>
              <a:rPr lang="en-US" sz="2100" dirty="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inherited.</a:t>
            </a:r>
          </a:p>
          <a:p>
            <a:pPr algn="l">
              <a:buNone/>
            </a:pPr>
            <a:endParaRPr lang="en-US" sz="2100" dirty="0">
              <a:solidFill>
                <a:srgbClr val="243A5E"/>
              </a:solidFill>
              <a:effectLst/>
              <a:latin typeface="Segoe UI" panose="020B0502040204020203" pitchFamily="34" charset="0"/>
            </a:endParaRPr>
          </a:p>
          <a:p>
            <a:pPr algn="l">
              <a:buNone/>
            </a:pPr>
            <a:r>
              <a:rPr lang="en-US" sz="2100" dirty="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ENTRYPOINT ["/bin/date", "+%H:%M"]</a:t>
            </a:r>
          </a:p>
          <a:p>
            <a:pPr algn="l">
              <a:buNone/>
            </a:pPr>
            <a:endParaRPr lang="en-US" dirty="0"/>
          </a:p>
        </p:txBody>
      </p:sp>
      <p:sp>
        <p:nvSpPr>
          <p:cNvPr id="23508" name="copy-title">
            <a:extLst>
              <a:ext uri="{FF2B5EF4-FFF2-40B4-BE49-F238E27FC236}">
                <a16:creationId xmlns:a16="http://schemas.microsoft.com/office/drawing/2014/main" id="{C406D23B-7D70-CDF6-FF6D-D7398520B451}"/>
              </a:ext>
            </a:extLst>
          </p:cNvPr>
          <p:cNvSpPr/>
          <p:nvPr/>
        </p:nvSpPr>
        <p:spPr>
          <a:xfrm>
            <a:off x="6464808" y="1865129"/>
            <a:ext cx="4855464" cy="53035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500" b="1" dirty="0">
                <a:solidFill>
                  <a:srgbClr val="243A5E"/>
                </a:solidFill>
                <a:effectLst/>
                <a:latin typeface="Segoe UI Semibold" panose="020B0702040204020203" pitchFamily="34" charset="0"/>
              </a:rPr>
              <a:t>COPY + ADD</a:t>
            </a:r>
          </a:p>
          <a:p>
            <a:pPr algn="l">
              <a:buNone/>
            </a:pPr>
            <a:r>
              <a:rPr lang="en-US" sz="100" dirty="0">
                <a:effectLst/>
              </a:rPr>
              <a:t> </a:t>
            </a:r>
            <a:endParaRPr lang="en-US" dirty="0"/>
          </a:p>
        </p:txBody>
      </p:sp>
      <p:sp>
        <p:nvSpPr>
          <p:cNvPr id="23563" name="copy-body">
            <a:extLst>
              <a:ext uri="{FF2B5EF4-FFF2-40B4-BE49-F238E27FC236}">
                <a16:creationId xmlns:a16="http://schemas.microsoft.com/office/drawing/2014/main" id="{C94DA40A-D5BC-BB18-4D09-F2FCA71A4C93}"/>
              </a:ext>
            </a:extLst>
          </p:cNvPr>
          <p:cNvSpPr/>
          <p:nvPr/>
        </p:nvSpPr>
        <p:spPr>
          <a:xfrm>
            <a:off x="6464808" y="2628529"/>
            <a:ext cx="4855464" cy="260159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100" dirty="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COPY uses build-context</a:t>
            </a:r>
          </a:p>
          <a:p>
            <a:pPr algn="l">
              <a:buNone/>
            </a:pPr>
            <a:r>
              <a:rPr lang="en-US" sz="2100" dirty="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files.</a:t>
            </a:r>
          </a:p>
          <a:p>
            <a:pPr algn="l">
              <a:buNone/>
            </a:pPr>
            <a:r>
              <a:rPr lang="en-US" sz="2100" dirty="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ADD has extra remote /</a:t>
            </a:r>
          </a:p>
          <a:p>
            <a:pPr algn="l">
              <a:buNone/>
            </a:pPr>
            <a:r>
              <a:rPr lang="en-US" sz="2100" dirty="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archive behaviors.</a:t>
            </a:r>
          </a:p>
          <a:p>
            <a:pPr algn="l">
              <a:buNone/>
            </a:pPr>
            <a:r>
              <a:rPr lang="en-US" sz="2100" dirty="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USER alone does not set</a:t>
            </a:r>
          </a:p>
          <a:p>
            <a:pPr algn="l">
              <a:buNone/>
            </a:pPr>
            <a:r>
              <a:rPr lang="en-US" sz="2100" dirty="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copied-file ownership.</a:t>
            </a:r>
          </a:p>
          <a:p>
            <a:pPr algn="l">
              <a:buNone/>
            </a:pPr>
            <a:r>
              <a:rPr lang="en-US" sz="2100" dirty="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The demo copies index.html.</a:t>
            </a:r>
          </a:p>
          <a:p>
            <a:pPr algn="l">
              <a:buNone/>
            </a:pPr>
            <a:endParaRPr lang="en-US" sz="2100" dirty="0">
              <a:solidFill>
                <a:srgbClr val="243A5E"/>
              </a:solidFill>
              <a:latin typeface="Segoe UI" panose="020B0502040204020203" pitchFamily="34" charset="0"/>
            </a:endParaRPr>
          </a:p>
          <a:p>
            <a:pPr algn="l">
              <a:buNone/>
            </a:pPr>
            <a:r>
              <a:rPr lang="fr-FR" sz="2000" dirty="0">
                <a:solidFill>
                  <a:schemeClr val="tx1"/>
                </a:solidFill>
              </a:rPr>
              <a:t>ADD ["&lt;_source_ &gt;",... "&lt;_destination_ &gt;"] COPY ["&lt;_source_ &gt;",... "&lt;_destination_&gt;"]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23619" name="entrypoint-no-universal">
            <a:extLst>
              <a:ext uri="{FF2B5EF4-FFF2-40B4-BE49-F238E27FC236}">
                <a16:creationId xmlns:a16="http://schemas.microsoft.com/office/drawing/2014/main" id="{4E0948E7-F6E4-9E4D-6879-5C8DB08A93F5}"/>
              </a:ext>
            </a:extLst>
          </p:cNvPr>
          <p:cNvSpPr/>
          <p:nvPr/>
        </p:nvSpPr>
        <p:spPr>
          <a:xfrm>
            <a:off x="640080" y="5751576"/>
            <a:ext cx="10908792" cy="493776"/>
          </a:xfrm>
          <a:prstGeom prst="rect">
            <a:avLst/>
          </a:prstGeom>
          <a:solidFill>
            <a:srgbClr val="0078D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00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There is no universal default ENTRYPOINT of /bin/sh -c.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12877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76" name="header-39">
            <a:extLst>
              <a:ext uri="{FF2B5EF4-FFF2-40B4-BE49-F238E27FC236}">
                <a16:creationId xmlns:a16="http://schemas.microsoft.com/office/drawing/2014/main" id="{732C6AE3-9C5E-85CC-EE21-8D79C2C03D97}"/>
              </a:ext>
            </a:extLst>
          </p:cNvPr>
          <p:cNvSpPr/>
          <p:nvPr/>
        </p:nvSpPr>
        <p:spPr>
          <a:xfrm>
            <a:off x="457200" y="457200"/>
            <a:ext cx="11274552" cy="786384"/>
          </a:xfrm>
          <a:prstGeom prst="rect">
            <a:avLst/>
          </a:prstGeom>
          <a:solidFill>
            <a:srgbClr val="243A5E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734" name="title-39">
            <a:extLst>
              <a:ext uri="{FF2B5EF4-FFF2-40B4-BE49-F238E27FC236}">
                <a16:creationId xmlns:a16="http://schemas.microsoft.com/office/drawing/2014/main" id="{5D7ED2D3-F2F6-3800-C9B1-2EF4705E9318}"/>
              </a:ext>
            </a:extLst>
          </p:cNvPr>
          <p:cNvSpPr/>
          <p:nvPr/>
        </p:nvSpPr>
        <p:spPr>
          <a:xfrm>
            <a:off x="640080" y="475488"/>
            <a:ext cx="10908792" cy="731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Segoe UI Semibold" panose="020B0702040204020203" pitchFamily="34" charset="0"/>
              </a:rPr>
              <a:t>Image Layers and Build Cache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3793" name="chapter-label-39">
            <a:extLst>
              <a:ext uri="{FF2B5EF4-FFF2-40B4-BE49-F238E27FC236}">
                <a16:creationId xmlns:a16="http://schemas.microsoft.com/office/drawing/2014/main" id="{309A957B-EB6D-6868-EAEA-4BF5BD8D0B4E}"/>
              </a:ext>
            </a:extLst>
          </p:cNvPr>
          <p:cNvSpPr/>
          <p:nvPr/>
        </p:nvSpPr>
        <p:spPr>
          <a:xfrm>
            <a:off x="640080" y="1389888"/>
            <a:ext cx="2194560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0078D4"/>
                </a:solidFill>
                <a:effectLst/>
                <a:latin typeface="Segoe UI Semibold" panose="020B0702040204020203" pitchFamily="34" charset="0"/>
              </a:rPr>
              <a:t>CHAPTER 5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3853" name="filesystem-instructions">
            <a:extLst>
              <a:ext uri="{FF2B5EF4-FFF2-40B4-BE49-F238E27FC236}">
                <a16:creationId xmlns:a16="http://schemas.microsoft.com/office/drawing/2014/main" id="{BF1BB3CB-B35D-B582-FF37-7D919C608CFE}"/>
              </a:ext>
            </a:extLst>
          </p:cNvPr>
          <p:cNvSpPr/>
          <p:nvPr/>
        </p:nvSpPr>
        <p:spPr>
          <a:xfrm>
            <a:off x="640080" y="1956816"/>
            <a:ext cx="5166360" cy="1545336"/>
          </a:xfrm>
          <a:prstGeom prst="rect">
            <a:avLst/>
          </a:prstGeom>
          <a:solidFill>
            <a:srgbClr val="F2F2F2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500" b="1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Filesystem changes</a:t>
            </a:r>
          </a:p>
          <a:p>
            <a:pPr algn="ctr">
              <a:buNone/>
            </a:pPr>
            <a:r>
              <a:rPr lang="en-US" sz="21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RUN / COPY / ADD</a:t>
            </a:r>
          </a:p>
          <a:p>
            <a:pPr algn="ctr">
              <a:buNone/>
            </a:pPr>
            <a:r>
              <a:rPr lang="en-US" sz="21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Normally create filesystem layers</a:t>
            </a:r>
            <a:endParaRPr lang="en-US"/>
          </a:p>
        </p:txBody>
      </p:sp>
      <p:sp>
        <p:nvSpPr>
          <p:cNvPr id="23914" name="metadata-instructions">
            <a:extLst>
              <a:ext uri="{FF2B5EF4-FFF2-40B4-BE49-F238E27FC236}">
                <a16:creationId xmlns:a16="http://schemas.microsoft.com/office/drawing/2014/main" id="{2E26E55A-2B2D-44EA-0A51-3A1AB4F3AED3}"/>
              </a:ext>
            </a:extLst>
          </p:cNvPr>
          <p:cNvSpPr/>
          <p:nvPr/>
        </p:nvSpPr>
        <p:spPr>
          <a:xfrm>
            <a:off x="6254496" y="1956816"/>
            <a:ext cx="5294376" cy="1545336"/>
          </a:xfrm>
          <a:prstGeom prst="rect">
            <a:avLst/>
          </a:prstGeom>
          <a:solidFill>
            <a:srgbClr val="F2F2F2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500" b="1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Metadata instructions</a:t>
            </a:r>
          </a:p>
          <a:p>
            <a:pPr algn="ctr">
              <a:buNone/>
            </a:pPr>
            <a:r>
              <a:rPr lang="en-US" sz="21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LABEL / ENV / EXPOSE / CMD</a:t>
            </a:r>
          </a:p>
          <a:p>
            <a:pPr algn="ctr">
              <a:buNone/>
            </a:pPr>
            <a:r>
              <a:rPr lang="en-US" sz="21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Not one filesystem layer each</a:t>
            </a:r>
            <a:endParaRPr lang="en-US"/>
          </a:p>
        </p:txBody>
      </p:sp>
      <p:sp>
        <p:nvSpPr>
          <p:cNvPr id="24039" name="cache-inputs">
            <a:extLst>
              <a:ext uri="{FF2B5EF4-FFF2-40B4-BE49-F238E27FC236}">
                <a16:creationId xmlns:a16="http://schemas.microsoft.com/office/drawing/2014/main" id="{8FB6A155-0DCA-58CA-2D04-AB691C6A1C1D}"/>
              </a:ext>
            </a:extLst>
          </p:cNvPr>
          <p:cNvSpPr/>
          <p:nvPr/>
        </p:nvSpPr>
        <p:spPr>
          <a:xfrm>
            <a:off x="640080" y="3703320"/>
            <a:ext cx="10908792" cy="120700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</a:rPr>
              <a:t>RUN yum --</a:t>
            </a:r>
            <a:r>
              <a:rPr lang="en-US" sz="2400" dirty="0" err="1">
                <a:solidFill>
                  <a:schemeClr val="tx1"/>
                </a:solidFill>
              </a:rPr>
              <a:t>disablerepo</a:t>
            </a:r>
            <a:r>
              <a:rPr lang="en-US" sz="2400" dirty="0">
                <a:solidFill>
                  <a:schemeClr val="tx1"/>
                </a:solidFill>
              </a:rPr>
              <a:t>=* --</a:t>
            </a:r>
            <a:r>
              <a:rPr lang="en-US" sz="2400" dirty="0" err="1">
                <a:solidFill>
                  <a:schemeClr val="tx1"/>
                </a:solidFill>
              </a:rPr>
              <a:t>enablerepo</a:t>
            </a:r>
            <a:r>
              <a:rPr lang="en-US" sz="2400" dirty="0">
                <a:solidFill>
                  <a:schemeClr val="tx1"/>
                </a:solidFill>
              </a:rPr>
              <a:t>="rhel-7-server-rpms" </a:t>
            </a:r>
          </a:p>
          <a:p>
            <a:r>
              <a:rPr lang="en-US" sz="2400" dirty="0">
                <a:solidFill>
                  <a:schemeClr val="tx1"/>
                </a:solidFill>
              </a:rPr>
              <a:t>RUN yum update -y </a:t>
            </a:r>
          </a:p>
          <a:p>
            <a:r>
              <a:rPr lang="en-US" sz="2400" dirty="0">
                <a:solidFill>
                  <a:schemeClr val="tx1"/>
                </a:solidFill>
              </a:rPr>
              <a:t>RUN yum install -y httpd</a:t>
            </a:r>
          </a:p>
        </p:txBody>
      </p:sp>
      <p:sp>
        <p:nvSpPr>
          <p:cNvPr id="24103" name="cache-container-boundary">
            <a:extLst>
              <a:ext uri="{FF2B5EF4-FFF2-40B4-BE49-F238E27FC236}">
                <a16:creationId xmlns:a16="http://schemas.microsoft.com/office/drawing/2014/main" id="{1FB0E32E-0D18-C28D-9A9C-C78EFED872C6}"/>
              </a:ext>
            </a:extLst>
          </p:cNvPr>
          <p:cNvSpPr/>
          <p:nvPr/>
        </p:nvSpPr>
        <p:spPr>
          <a:xfrm>
            <a:off x="640080" y="5751576"/>
            <a:ext cx="10908792" cy="493776"/>
          </a:xfrm>
          <a:prstGeom prst="rect">
            <a:avLst/>
          </a:prstGeom>
          <a:solidFill>
            <a:srgbClr val="0078D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80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A new build does not update an existing container. Replace the instance to</a:t>
            </a:r>
          </a:p>
          <a:p>
            <a:pPr algn="l">
              <a:buNone/>
            </a:pPr>
            <a:r>
              <a:rPr lang="en-US" sz="180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use the new image.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B0052B-3775-10B3-BF1B-56552D624224}"/>
              </a:ext>
            </a:extLst>
          </p:cNvPr>
          <p:cNvSpPr txBox="1"/>
          <p:nvPr/>
        </p:nvSpPr>
        <p:spPr>
          <a:xfrm>
            <a:off x="640079" y="4959637"/>
            <a:ext cx="109087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RUN yum --</a:t>
            </a:r>
            <a:r>
              <a:rPr lang="en-US" sz="2400" dirty="0" err="1"/>
              <a:t>disablerepo</a:t>
            </a:r>
            <a:r>
              <a:rPr lang="en-US" sz="2400" dirty="0"/>
              <a:t>=* --</a:t>
            </a:r>
            <a:r>
              <a:rPr lang="en-US" sz="2400" dirty="0" err="1"/>
              <a:t>enablerepo</a:t>
            </a:r>
            <a:r>
              <a:rPr lang="en-US" sz="2400" dirty="0"/>
              <a:t>="rhel-7-server-rpms" &amp;&amp; yum update -y &amp;&amp; yum install -y httpd</a:t>
            </a:r>
          </a:p>
        </p:txBody>
      </p:sp>
    </p:spTree>
    <p:extLst>
      <p:ext uri="{BB962C8B-B14F-4D97-AF65-F5344CB8AC3E}">
        <p14:creationId xmlns:p14="http://schemas.microsoft.com/office/powerpoint/2010/main" val="250866723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8" name="header-40">
            <a:extLst>
              <a:ext uri="{FF2B5EF4-FFF2-40B4-BE49-F238E27FC236}">
                <a16:creationId xmlns:a16="http://schemas.microsoft.com/office/drawing/2014/main" id="{7EF7AD52-3113-4A89-707C-3D8208A72E6C}"/>
              </a:ext>
            </a:extLst>
          </p:cNvPr>
          <p:cNvSpPr/>
          <p:nvPr/>
        </p:nvSpPr>
        <p:spPr>
          <a:xfrm>
            <a:off x="457200" y="457200"/>
            <a:ext cx="11274552" cy="786384"/>
          </a:xfrm>
          <a:prstGeom prst="rect">
            <a:avLst/>
          </a:prstGeom>
          <a:solidFill>
            <a:srgbClr val="243A5E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234" name="title-40">
            <a:extLst>
              <a:ext uri="{FF2B5EF4-FFF2-40B4-BE49-F238E27FC236}">
                <a16:creationId xmlns:a16="http://schemas.microsoft.com/office/drawing/2014/main" id="{10DA6BB2-822D-B84D-008E-FB9BECAECD29}"/>
              </a:ext>
            </a:extLst>
          </p:cNvPr>
          <p:cNvSpPr/>
          <p:nvPr/>
        </p:nvSpPr>
        <p:spPr>
          <a:xfrm>
            <a:off x="640080" y="475488"/>
            <a:ext cx="10908792" cy="731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Segoe UI Semibold" panose="020B0702040204020203" pitchFamily="34" charset="0"/>
              </a:rPr>
              <a:t>Create the Custom Nginx Build Files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4301" name="label-40">
            <a:extLst>
              <a:ext uri="{FF2B5EF4-FFF2-40B4-BE49-F238E27FC236}">
                <a16:creationId xmlns:a16="http://schemas.microsoft.com/office/drawing/2014/main" id="{49593ABF-74A5-5001-29F5-E96779D2FB37}"/>
              </a:ext>
            </a:extLst>
          </p:cNvPr>
          <p:cNvSpPr/>
          <p:nvPr/>
        </p:nvSpPr>
        <p:spPr>
          <a:xfrm>
            <a:off x="640080" y="1389888"/>
            <a:ext cx="10908792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 dirty="0">
                <a:solidFill>
                  <a:srgbClr val="0078D4"/>
                </a:solidFill>
                <a:effectLst/>
                <a:latin typeface="Segoe UI Semibold" panose="020B0702040204020203" pitchFamily="34" charset="0"/>
              </a:rPr>
              <a:t>TWO FILES IN THE custom-web BUILD CONTEXT</a:t>
            </a:r>
          </a:p>
          <a:p>
            <a:pPr algn="l">
              <a:buNone/>
            </a:pPr>
            <a:r>
              <a:rPr lang="en-US" sz="100" dirty="0">
                <a:effectLst/>
              </a:rPr>
              <a:t> </a:t>
            </a:r>
            <a:endParaRPr lang="en-US" dirty="0"/>
          </a:p>
        </p:txBody>
      </p:sp>
      <p:sp>
        <p:nvSpPr>
          <p:cNvPr id="24369" name="dockerfile-file-label">
            <a:extLst>
              <a:ext uri="{FF2B5EF4-FFF2-40B4-BE49-F238E27FC236}">
                <a16:creationId xmlns:a16="http://schemas.microsoft.com/office/drawing/2014/main" id="{2CE219A6-E20C-A333-849B-FF486336C82D}"/>
              </a:ext>
            </a:extLst>
          </p:cNvPr>
          <p:cNvSpPr/>
          <p:nvPr/>
        </p:nvSpPr>
        <p:spPr>
          <a:xfrm>
            <a:off x="640080" y="1856232"/>
            <a:ext cx="10908792" cy="53035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400" b="1">
                <a:solidFill>
                  <a:srgbClr val="243A5E"/>
                </a:solidFill>
                <a:effectLst/>
                <a:latin typeface="Segoe UI Semibold" panose="020B0702040204020203" pitchFamily="34" charset="0"/>
              </a:rPr>
              <a:t>Dockerfile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4438" name="d7-dockerfile-ground">
            <a:extLst>
              <a:ext uri="{FF2B5EF4-FFF2-40B4-BE49-F238E27FC236}">
                <a16:creationId xmlns:a16="http://schemas.microsoft.com/office/drawing/2014/main" id="{2963F8B1-1065-C237-CE70-D55C405C95C1}"/>
              </a:ext>
            </a:extLst>
          </p:cNvPr>
          <p:cNvSpPr/>
          <p:nvPr/>
        </p:nvSpPr>
        <p:spPr>
          <a:xfrm>
            <a:off x="640080" y="2441448"/>
            <a:ext cx="10908792" cy="2103120"/>
          </a:xfrm>
          <a:prstGeom prst="rect">
            <a:avLst/>
          </a:prstGeom>
          <a:solidFill>
            <a:srgbClr val="F2F2F2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508" name="d7-dockerfile">
            <a:extLst>
              <a:ext uri="{FF2B5EF4-FFF2-40B4-BE49-F238E27FC236}">
                <a16:creationId xmlns:a16="http://schemas.microsoft.com/office/drawing/2014/main" id="{E7332F18-C1E9-3E34-8502-41F068F1A791}"/>
              </a:ext>
            </a:extLst>
          </p:cNvPr>
          <p:cNvSpPr/>
          <p:nvPr/>
        </p:nvSpPr>
        <p:spPr>
          <a:xfrm>
            <a:off x="804672" y="2551176"/>
            <a:ext cx="10579608" cy="188366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10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FROM docker.io/library/nginx:alpine</a:t>
            </a:r>
          </a:p>
          <a:p>
            <a:pPr algn="l">
              <a:buNone/>
            </a:pPr>
            <a:r>
              <a:rPr lang="en-US" sz="210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LABEL purpose="Container foundations training"</a:t>
            </a:r>
          </a:p>
          <a:p>
            <a:pPr algn="l">
              <a:buNone/>
            </a:pPr>
            <a:r>
              <a:rPr lang="en-US" sz="210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COPY index.html /usr/share/nginx/html/index.html</a:t>
            </a:r>
          </a:p>
          <a:p>
            <a:pPr algn="l">
              <a:buNone/>
            </a:pPr>
            <a:r>
              <a:rPr lang="en-US" sz="210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EXPOSE 80</a:t>
            </a:r>
          </a:p>
          <a:p>
            <a:pPr algn="l">
              <a:buNone/>
            </a:pPr>
            <a:r>
              <a:rPr lang="en-US" sz="210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CMD ["nginx", "-g", "daemon off;"]</a:t>
            </a:r>
            <a:endParaRPr lang="en-US"/>
          </a:p>
        </p:txBody>
      </p:sp>
      <p:sp>
        <p:nvSpPr>
          <p:cNvPr id="24579" name="html-file-label">
            <a:extLst>
              <a:ext uri="{FF2B5EF4-FFF2-40B4-BE49-F238E27FC236}">
                <a16:creationId xmlns:a16="http://schemas.microsoft.com/office/drawing/2014/main" id="{25D84105-ED4F-6561-983F-D7509359D422}"/>
              </a:ext>
            </a:extLst>
          </p:cNvPr>
          <p:cNvSpPr/>
          <p:nvPr/>
        </p:nvSpPr>
        <p:spPr>
          <a:xfrm>
            <a:off x="640080" y="4709160"/>
            <a:ext cx="10908792" cy="53035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400" b="1">
                <a:solidFill>
                  <a:srgbClr val="243A5E"/>
                </a:solidFill>
                <a:effectLst/>
                <a:latin typeface="Segoe UI Semibold" panose="020B0702040204020203" pitchFamily="34" charset="0"/>
              </a:rPr>
              <a:t>index.html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4651" name="d7-html-ground">
            <a:extLst>
              <a:ext uri="{FF2B5EF4-FFF2-40B4-BE49-F238E27FC236}">
                <a16:creationId xmlns:a16="http://schemas.microsoft.com/office/drawing/2014/main" id="{580FD573-D5AA-8D8E-34F8-260BC1C17F8E}"/>
              </a:ext>
            </a:extLst>
          </p:cNvPr>
          <p:cNvSpPr/>
          <p:nvPr/>
        </p:nvSpPr>
        <p:spPr>
          <a:xfrm>
            <a:off x="640080" y="5294376"/>
            <a:ext cx="10908792" cy="859536"/>
          </a:xfrm>
          <a:prstGeom prst="rect">
            <a:avLst/>
          </a:prstGeom>
          <a:solidFill>
            <a:srgbClr val="F2F2F2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724" name="d7-html">
            <a:extLst>
              <a:ext uri="{FF2B5EF4-FFF2-40B4-BE49-F238E27FC236}">
                <a16:creationId xmlns:a16="http://schemas.microsoft.com/office/drawing/2014/main" id="{D832E536-105F-24E4-C536-B5478AEA12ED}"/>
              </a:ext>
            </a:extLst>
          </p:cNvPr>
          <p:cNvSpPr/>
          <p:nvPr/>
        </p:nvSpPr>
        <p:spPr>
          <a:xfrm>
            <a:off x="804672" y="5404104"/>
            <a:ext cx="10579608" cy="6400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80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&lt;!doctype html&gt;</a:t>
            </a:r>
          </a:p>
          <a:p>
            <a:pPr algn="l">
              <a:buNone/>
            </a:pPr>
            <a:r>
              <a:rPr lang="en-US" sz="180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&lt;html&gt;&lt;body&gt;&lt;h1&gt;Hello containers - v1&lt;/h1&gt;&lt;/body&gt;&lt;/html&gt;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94582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98" name="header-41">
            <a:extLst>
              <a:ext uri="{FF2B5EF4-FFF2-40B4-BE49-F238E27FC236}">
                <a16:creationId xmlns:a16="http://schemas.microsoft.com/office/drawing/2014/main" id="{95367AA3-66ED-7271-180E-1FFE0AC1A7CC}"/>
              </a:ext>
            </a:extLst>
          </p:cNvPr>
          <p:cNvSpPr/>
          <p:nvPr/>
        </p:nvSpPr>
        <p:spPr>
          <a:xfrm>
            <a:off x="457200" y="457200"/>
            <a:ext cx="11274552" cy="786384"/>
          </a:xfrm>
          <a:prstGeom prst="rect">
            <a:avLst/>
          </a:prstGeom>
          <a:solidFill>
            <a:srgbClr val="243A5E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873" name="title-41">
            <a:extLst>
              <a:ext uri="{FF2B5EF4-FFF2-40B4-BE49-F238E27FC236}">
                <a16:creationId xmlns:a16="http://schemas.microsoft.com/office/drawing/2014/main" id="{C94A4BC5-02BF-FF35-C892-9482FA83EFCB}"/>
              </a:ext>
            </a:extLst>
          </p:cNvPr>
          <p:cNvSpPr/>
          <p:nvPr/>
        </p:nvSpPr>
        <p:spPr>
          <a:xfrm>
            <a:off x="640080" y="475488"/>
            <a:ext cx="10908792" cy="731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Segoe UI Semibold" panose="020B0702040204020203" pitchFamily="34" charset="0"/>
              </a:rPr>
              <a:t>Build, Run and Replace Nginx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4949" name="label-41">
            <a:extLst>
              <a:ext uri="{FF2B5EF4-FFF2-40B4-BE49-F238E27FC236}">
                <a16:creationId xmlns:a16="http://schemas.microsoft.com/office/drawing/2014/main" id="{5A439123-6F2E-C10C-8DE7-FCECFC1179BC}"/>
              </a:ext>
            </a:extLst>
          </p:cNvPr>
          <p:cNvSpPr/>
          <p:nvPr/>
        </p:nvSpPr>
        <p:spPr>
          <a:xfrm>
            <a:off x="640080" y="1389888"/>
            <a:ext cx="10908792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 dirty="0">
                <a:solidFill>
                  <a:srgbClr val="0078D4"/>
                </a:solidFill>
                <a:effectLst/>
                <a:latin typeface="Segoe UI Semibold" panose="020B0702040204020203" pitchFamily="34" charset="0"/>
              </a:rPr>
              <a:t>V1 AND V2 ARE DISTINCT BUILT IMAGE VERSIONS</a:t>
            </a:r>
          </a:p>
          <a:p>
            <a:pPr algn="l">
              <a:buNone/>
            </a:pPr>
            <a:r>
              <a:rPr lang="en-US" sz="100" dirty="0">
                <a:effectLst/>
              </a:rPr>
              <a:t> </a:t>
            </a:r>
            <a:endParaRPr lang="en-US" dirty="0"/>
          </a:p>
        </p:txBody>
      </p:sp>
      <p:sp>
        <p:nvSpPr>
          <p:cNvPr id="25026" name="d7-build-run-core-ground">
            <a:extLst>
              <a:ext uri="{FF2B5EF4-FFF2-40B4-BE49-F238E27FC236}">
                <a16:creationId xmlns:a16="http://schemas.microsoft.com/office/drawing/2014/main" id="{5FF7A448-88BC-B9BE-877C-113182136645}"/>
              </a:ext>
            </a:extLst>
          </p:cNvPr>
          <p:cNvSpPr/>
          <p:nvPr/>
        </p:nvSpPr>
        <p:spPr>
          <a:xfrm>
            <a:off x="640080" y="1920240"/>
            <a:ext cx="10908792" cy="2414016"/>
          </a:xfrm>
          <a:prstGeom prst="rect">
            <a:avLst/>
          </a:prstGeom>
          <a:solidFill>
            <a:srgbClr val="F2F2F2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183" name="d7-replacement-0">
            <a:extLst>
              <a:ext uri="{FF2B5EF4-FFF2-40B4-BE49-F238E27FC236}">
                <a16:creationId xmlns:a16="http://schemas.microsoft.com/office/drawing/2014/main" id="{5E802768-4874-1D54-2DCE-CB5A84548FEE}"/>
              </a:ext>
            </a:extLst>
          </p:cNvPr>
          <p:cNvSpPr/>
          <p:nvPr/>
        </p:nvSpPr>
        <p:spPr>
          <a:xfrm>
            <a:off x="640080" y="4599432"/>
            <a:ext cx="3374136" cy="1060704"/>
          </a:xfrm>
          <a:prstGeom prst="rect">
            <a:avLst/>
          </a:prstGeom>
          <a:solidFill>
            <a:srgbClr val="F2F2F2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200" b="1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Edit index.html</a:t>
            </a:r>
          </a:p>
          <a:p>
            <a:pPr algn="ctr">
              <a:buNone/>
            </a:pPr>
            <a:r>
              <a:rPr lang="en-US" sz="18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Change the source to v2</a:t>
            </a:r>
            <a:endParaRPr lang="en-US"/>
          </a:p>
        </p:txBody>
      </p:sp>
      <p:sp>
        <p:nvSpPr>
          <p:cNvPr id="25263" name="d7-replacement-1">
            <a:extLst>
              <a:ext uri="{FF2B5EF4-FFF2-40B4-BE49-F238E27FC236}">
                <a16:creationId xmlns:a16="http://schemas.microsoft.com/office/drawing/2014/main" id="{36E6E9F9-09A2-394A-AD55-5E647A06A1B4}"/>
              </a:ext>
            </a:extLst>
          </p:cNvPr>
          <p:cNvSpPr/>
          <p:nvPr/>
        </p:nvSpPr>
        <p:spPr>
          <a:xfrm>
            <a:off x="4407408" y="4599432"/>
            <a:ext cx="3374136" cy="1060704"/>
          </a:xfrm>
          <a:prstGeom prst="rect">
            <a:avLst/>
          </a:prstGeom>
          <a:solidFill>
            <a:srgbClr val="F2F2F2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200" b="1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Build v2</a:t>
            </a:r>
          </a:p>
          <a:p>
            <a:pPr algn="ctr">
              <a:buNone/>
            </a:pPr>
            <a:r>
              <a:rPr lang="en-US" sz="18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Create cf-custom:v2</a:t>
            </a:r>
            <a:endParaRPr lang="en-US"/>
          </a:p>
        </p:txBody>
      </p:sp>
      <p:sp>
        <p:nvSpPr>
          <p:cNvPr id="25344" name="d7-replacement-2">
            <a:extLst>
              <a:ext uri="{FF2B5EF4-FFF2-40B4-BE49-F238E27FC236}">
                <a16:creationId xmlns:a16="http://schemas.microsoft.com/office/drawing/2014/main" id="{0B676B94-B352-26D0-5DD9-3B92FFC50114}"/>
              </a:ext>
            </a:extLst>
          </p:cNvPr>
          <p:cNvSpPr/>
          <p:nvPr/>
        </p:nvSpPr>
        <p:spPr>
          <a:xfrm>
            <a:off x="8174736" y="4599432"/>
            <a:ext cx="3374136" cy="1060704"/>
          </a:xfrm>
          <a:prstGeom prst="rect">
            <a:avLst/>
          </a:prstGeom>
          <a:solidFill>
            <a:srgbClr val="F2F2F2"/>
          </a:solidFill>
          <a:ln w="12700">
            <a:solidFill>
              <a:srgbClr val="0078D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200" b="1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Replace the instance</a:t>
            </a:r>
          </a:p>
          <a:p>
            <a:pPr algn="ctr">
              <a:buNone/>
            </a:pPr>
            <a:r>
              <a:rPr lang="en-US" sz="18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Run the new image</a:t>
            </a:r>
            <a:endParaRPr lang="en-US"/>
          </a:p>
        </p:txBody>
      </p:sp>
      <p:sp>
        <p:nvSpPr>
          <p:cNvPr id="25426" name="d7-replace-checkpoint">
            <a:extLst>
              <a:ext uri="{FF2B5EF4-FFF2-40B4-BE49-F238E27FC236}">
                <a16:creationId xmlns:a16="http://schemas.microsoft.com/office/drawing/2014/main" id="{564C1BF3-B735-6F31-73B3-596BA8E35F5A}"/>
              </a:ext>
            </a:extLst>
          </p:cNvPr>
          <p:cNvSpPr/>
          <p:nvPr/>
        </p:nvSpPr>
        <p:spPr>
          <a:xfrm>
            <a:off x="640080" y="5806440"/>
            <a:ext cx="10908792" cy="448056"/>
          </a:xfrm>
          <a:prstGeom prst="rect">
            <a:avLst/>
          </a:prstGeom>
          <a:solidFill>
            <a:srgbClr val="0078D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80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EXPECTED: the replacement returns Hello containers - v2. Restart does not</a:t>
            </a:r>
          </a:p>
          <a:p>
            <a:pPr algn="l">
              <a:buNone/>
            </a:pPr>
            <a:r>
              <a:rPr lang="en-US" sz="180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switch its image.</a:t>
            </a:r>
            <a:endParaRPr lang="en-US"/>
          </a:p>
        </p:txBody>
      </p:sp>
      <p:sp>
        <p:nvSpPr>
          <p:cNvPr id="27915" name="d7-build-run-core-corrected">
            <a:extLst>
              <a:ext uri="{FF2B5EF4-FFF2-40B4-BE49-F238E27FC236}">
                <a16:creationId xmlns:a16="http://schemas.microsoft.com/office/drawing/2014/main" id="{F1298F5E-CBCE-A18E-7358-22A110565B94}"/>
              </a:ext>
            </a:extLst>
          </p:cNvPr>
          <p:cNvSpPr/>
          <p:nvPr/>
        </p:nvSpPr>
        <p:spPr>
          <a:xfrm>
            <a:off x="804672" y="2029968"/>
            <a:ext cx="10579608" cy="21945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90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docker build -t cf-custom:v1 .</a:t>
            </a:r>
          </a:p>
          <a:p>
            <a:pPr algn="l">
              <a:buNone/>
            </a:pPr>
            <a:r>
              <a:rPr lang="en-US" sz="190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docker run -d --name cf-custom-web \</a:t>
            </a:r>
          </a:p>
          <a:p>
            <a:pPr algn="l">
              <a:buNone/>
            </a:pPr>
            <a:r>
              <a:rPr lang="en-US" sz="190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  -p 127.0.0.1:8083:80 cf-custom:v1</a:t>
            </a:r>
          </a:p>
          <a:p>
            <a:pPr algn="l">
              <a:buNone/>
            </a:pPr>
            <a:r>
              <a:rPr lang="en-US" sz="190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curl -fsS --retry 10 --retry-connrefused --retry-delay 1 \</a:t>
            </a:r>
          </a:p>
          <a:p>
            <a:pPr algn="l">
              <a:buNone/>
            </a:pPr>
            <a:r>
              <a:rPr lang="en-US" sz="190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  http://127.0.0.1:8083</a:t>
            </a:r>
          </a:p>
          <a:p>
            <a:pPr algn="l">
              <a:buNone/>
            </a:pPr>
            <a:r>
              <a:rPr lang="en-US" sz="190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docker logs --tail 10 cf-custom-web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76713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09" name="header-42">
            <a:extLst>
              <a:ext uri="{FF2B5EF4-FFF2-40B4-BE49-F238E27FC236}">
                <a16:creationId xmlns:a16="http://schemas.microsoft.com/office/drawing/2014/main" id="{3FCB1DCE-7055-D2F9-67CA-E889D6B1DFA0}"/>
              </a:ext>
            </a:extLst>
          </p:cNvPr>
          <p:cNvSpPr/>
          <p:nvPr/>
        </p:nvSpPr>
        <p:spPr>
          <a:xfrm>
            <a:off x="457200" y="457200"/>
            <a:ext cx="11274552" cy="786384"/>
          </a:xfrm>
          <a:prstGeom prst="rect">
            <a:avLst/>
          </a:prstGeom>
          <a:solidFill>
            <a:srgbClr val="243A5E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593" name="title-42">
            <a:extLst>
              <a:ext uri="{FF2B5EF4-FFF2-40B4-BE49-F238E27FC236}">
                <a16:creationId xmlns:a16="http://schemas.microsoft.com/office/drawing/2014/main" id="{3F1FD24A-7EF8-E3B5-73FA-5E22657519B7}"/>
              </a:ext>
            </a:extLst>
          </p:cNvPr>
          <p:cNvSpPr/>
          <p:nvPr/>
        </p:nvSpPr>
        <p:spPr>
          <a:xfrm>
            <a:off x="640080" y="475488"/>
            <a:ext cx="10908792" cy="731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Segoe UI Semibold" panose="020B0702040204020203" pitchFamily="34" charset="0"/>
              </a:rPr>
              <a:t>Clean Up Only Exercise Resources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5678" name="label-42">
            <a:extLst>
              <a:ext uri="{FF2B5EF4-FFF2-40B4-BE49-F238E27FC236}">
                <a16:creationId xmlns:a16="http://schemas.microsoft.com/office/drawing/2014/main" id="{A2206919-139A-D0B9-E1A1-3DD5F7E201B2}"/>
              </a:ext>
            </a:extLst>
          </p:cNvPr>
          <p:cNvSpPr/>
          <p:nvPr/>
        </p:nvSpPr>
        <p:spPr>
          <a:xfrm>
            <a:off x="640080" y="1389888"/>
            <a:ext cx="10908792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 dirty="0">
                <a:solidFill>
                  <a:srgbClr val="0078D4"/>
                </a:solidFill>
                <a:effectLst/>
                <a:latin typeface="Segoe UI Semibold" panose="020B0702040204020203" pitchFamily="34" charset="0"/>
              </a:rPr>
              <a:t>INSPECT FIRST; REMOVE ONLY DISPOSABLE TRAINING DATA</a:t>
            </a:r>
          </a:p>
          <a:p>
            <a:pPr algn="l">
              <a:buNone/>
            </a:pPr>
            <a:r>
              <a:rPr lang="en-US" sz="100" dirty="0">
                <a:effectLst/>
              </a:rPr>
              <a:t> </a:t>
            </a:r>
            <a:endParaRPr lang="en-US" dirty="0"/>
          </a:p>
        </p:txBody>
      </p:sp>
      <p:sp>
        <p:nvSpPr>
          <p:cNvPr id="25764" name="d8-cleanup-ground">
            <a:extLst>
              <a:ext uri="{FF2B5EF4-FFF2-40B4-BE49-F238E27FC236}">
                <a16:creationId xmlns:a16="http://schemas.microsoft.com/office/drawing/2014/main" id="{0B5D7ED3-8659-C428-E87C-84483A6C197C}"/>
              </a:ext>
            </a:extLst>
          </p:cNvPr>
          <p:cNvSpPr/>
          <p:nvPr/>
        </p:nvSpPr>
        <p:spPr>
          <a:xfrm>
            <a:off x="640080" y="1929384"/>
            <a:ext cx="10908792" cy="1892808"/>
          </a:xfrm>
          <a:prstGeom prst="rect">
            <a:avLst/>
          </a:prstGeom>
          <a:solidFill>
            <a:srgbClr val="F2F2F2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851" name="d8-cleanup">
            <a:extLst>
              <a:ext uri="{FF2B5EF4-FFF2-40B4-BE49-F238E27FC236}">
                <a16:creationId xmlns:a16="http://schemas.microsoft.com/office/drawing/2014/main" id="{2ADC4D4C-A41B-D4C2-20A7-649BF5EC75BE}"/>
              </a:ext>
            </a:extLst>
          </p:cNvPr>
          <p:cNvSpPr/>
          <p:nvPr/>
        </p:nvSpPr>
        <p:spPr>
          <a:xfrm>
            <a:off x="804672" y="2039112"/>
            <a:ext cx="10579608" cy="167335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00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docker stop cf-custom-web</a:t>
            </a:r>
          </a:p>
          <a:p>
            <a:pPr algn="l">
              <a:buNone/>
            </a:pPr>
            <a:r>
              <a:rPr lang="en-US" sz="200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docker rm cf-custom-web</a:t>
            </a:r>
          </a:p>
          <a:p>
            <a:pPr algn="l">
              <a:buNone/>
            </a:pPr>
            <a:r>
              <a:rPr lang="en-US" sz="200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docker volume rm cf-html</a:t>
            </a:r>
          </a:p>
          <a:p>
            <a:pPr algn="l">
              <a:buNone/>
            </a:pPr>
            <a:r>
              <a:rPr lang="en-US" sz="2000">
                <a:solidFill>
                  <a:srgbClr val="243A5E"/>
                </a:solidFill>
                <a:effectLst/>
                <a:latin typeface="Courier New" panose="02070309020205020404" pitchFamily="49" charset="0"/>
              </a:rPr>
              <a:t>docker image rm cf-nginx:archive cf-custom:v1 cf-custom:v2</a:t>
            </a:r>
            <a:endParaRPr lang="en-US"/>
          </a:p>
        </p:txBody>
      </p:sp>
      <p:sp>
        <p:nvSpPr>
          <p:cNvPr id="25939" name="cleanup-volume">
            <a:extLst>
              <a:ext uri="{FF2B5EF4-FFF2-40B4-BE49-F238E27FC236}">
                <a16:creationId xmlns:a16="http://schemas.microsoft.com/office/drawing/2014/main" id="{0BB91735-E93E-73A8-BAEA-7ECDB92CF500}"/>
              </a:ext>
            </a:extLst>
          </p:cNvPr>
          <p:cNvSpPr/>
          <p:nvPr/>
        </p:nvSpPr>
        <p:spPr>
          <a:xfrm>
            <a:off x="640080" y="4114800"/>
            <a:ext cx="10908792" cy="53035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500" b="1">
                <a:solidFill>
                  <a:srgbClr val="243A5E"/>
                </a:solidFill>
                <a:effectLst/>
                <a:latin typeface="Segoe UI Semibold" panose="020B0702040204020203" pitchFamily="34" charset="0"/>
              </a:rPr>
              <a:t>Volume removal deletes the persistent page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6028" name="cleanup-selection">
            <a:extLst>
              <a:ext uri="{FF2B5EF4-FFF2-40B4-BE49-F238E27FC236}">
                <a16:creationId xmlns:a16="http://schemas.microsoft.com/office/drawing/2014/main" id="{903FC9DC-1321-63F7-C835-1F0C90F54459}"/>
              </a:ext>
            </a:extLst>
          </p:cNvPr>
          <p:cNvSpPr/>
          <p:nvPr/>
        </p:nvSpPr>
        <p:spPr>
          <a:xfrm>
            <a:off x="640080" y="4718304"/>
            <a:ext cx="10908792" cy="98755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2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Skip resources that were never created. Keep the base image if</a:t>
            </a:r>
          </a:p>
          <a:p>
            <a:pPr algn="l">
              <a:buNone/>
            </a:pPr>
            <a:r>
              <a:rPr lang="en-US" sz="22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another lab uses it. Optional Quay logout does not delete</a:t>
            </a:r>
          </a:p>
          <a:p>
            <a:pPr algn="l">
              <a:buNone/>
            </a:pPr>
            <a:r>
              <a:rPr lang="en-US" sz="22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remote content.</a:t>
            </a:r>
            <a:endParaRPr lang="en-US"/>
          </a:p>
        </p:txBody>
      </p:sp>
      <p:sp>
        <p:nvSpPr>
          <p:cNvPr id="26118" name="cleanup-no-mass-delete">
            <a:extLst>
              <a:ext uri="{FF2B5EF4-FFF2-40B4-BE49-F238E27FC236}">
                <a16:creationId xmlns:a16="http://schemas.microsoft.com/office/drawing/2014/main" id="{8C27870D-DDEE-779E-9290-94A92514F797}"/>
              </a:ext>
            </a:extLst>
          </p:cNvPr>
          <p:cNvSpPr/>
          <p:nvPr/>
        </p:nvSpPr>
        <p:spPr>
          <a:xfrm>
            <a:off x="640080" y="5815584"/>
            <a:ext cx="10908792" cy="438912"/>
          </a:xfrm>
          <a:prstGeom prst="rect">
            <a:avLst/>
          </a:prstGeom>
          <a:solidFill>
            <a:srgbClr val="0078D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900">
                <a:solidFill>
                  <a:srgbClr val="FFFFFF"/>
                </a:solidFill>
                <a:effectLst/>
                <a:latin typeface="Segoe UI" panose="020B0502040204020203" pitchFamily="34" charset="0"/>
              </a:rPr>
              <a:t>No broad pruning, forced mass deletion, or whole-folder deletion.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62397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09" name="header-43">
            <a:extLst>
              <a:ext uri="{FF2B5EF4-FFF2-40B4-BE49-F238E27FC236}">
                <a16:creationId xmlns:a16="http://schemas.microsoft.com/office/drawing/2014/main" id="{7E9FB5D4-DB95-CC8D-AF22-CC5C21A2CD0C}"/>
              </a:ext>
            </a:extLst>
          </p:cNvPr>
          <p:cNvSpPr/>
          <p:nvPr/>
        </p:nvSpPr>
        <p:spPr>
          <a:xfrm>
            <a:off x="457200" y="457200"/>
            <a:ext cx="11274552" cy="786384"/>
          </a:xfrm>
          <a:prstGeom prst="rect">
            <a:avLst/>
          </a:prstGeom>
          <a:solidFill>
            <a:srgbClr val="243A5E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301" name="title-43">
            <a:extLst>
              <a:ext uri="{FF2B5EF4-FFF2-40B4-BE49-F238E27FC236}">
                <a16:creationId xmlns:a16="http://schemas.microsoft.com/office/drawing/2014/main" id="{95D54FC1-4012-D42C-39E9-631FA4912919}"/>
              </a:ext>
            </a:extLst>
          </p:cNvPr>
          <p:cNvSpPr/>
          <p:nvPr/>
        </p:nvSpPr>
        <p:spPr>
          <a:xfrm>
            <a:off x="640080" y="475488"/>
            <a:ext cx="10908792" cy="731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Segoe UI Semibold" panose="020B0702040204020203" pitchFamily="34" charset="0"/>
              </a:rPr>
              <a:t>Question 3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6394" name="label-43">
            <a:extLst>
              <a:ext uri="{FF2B5EF4-FFF2-40B4-BE49-F238E27FC236}">
                <a16:creationId xmlns:a16="http://schemas.microsoft.com/office/drawing/2014/main" id="{51B05B91-D470-99FD-57BF-808502CEB230}"/>
              </a:ext>
            </a:extLst>
          </p:cNvPr>
          <p:cNvSpPr/>
          <p:nvPr/>
        </p:nvSpPr>
        <p:spPr>
          <a:xfrm>
            <a:off x="640080" y="1389888"/>
            <a:ext cx="10908792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>
                <a:solidFill>
                  <a:srgbClr val="0078D4"/>
                </a:solidFill>
                <a:effectLst/>
                <a:latin typeface="Segoe UI Semibold" panose="020B0702040204020203" pitchFamily="34" charset="0"/>
              </a:rPr>
              <a:t>Q3  |  DISCUSSION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6488" name="q3-question">
            <a:extLst>
              <a:ext uri="{FF2B5EF4-FFF2-40B4-BE49-F238E27FC236}">
                <a16:creationId xmlns:a16="http://schemas.microsoft.com/office/drawing/2014/main" id="{88B7E6D0-860F-39F9-77BF-6B79FC67DC05}"/>
              </a:ext>
            </a:extLst>
          </p:cNvPr>
          <p:cNvSpPr/>
          <p:nvPr/>
        </p:nvSpPr>
        <p:spPr>
          <a:xfrm>
            <a:off x="640080" y="1847088"/>
            <a:ext cx="10908792" cy="102412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4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Which method for creating container images is recommended</a:t>
            </a:r>
          </a:p>
          <a:p>
            <a:pPr algn="l">
              <a:buNone/>
            </a:pPr>
            <a:r>
              <a:rPr lang="en-US" sz="24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by the containers community?</a:t>
            </a:r>
            <a:endParaRPr lang="en-US"/>
          </a:p>
        </p:txBody>
      </p:sp>
      <p:sp>
        <p:nvSpPr>
          <p:cNvPr id="26583" name="q3-option-ground-0">
            <a:extLst>
              <a:ext uri="{FF2B5EF4-FFF2-40B4-BE49-F238E27FC236}">
                <a16:creationId xmlns:a16="http://schemas.microsoft.com/office/drawing/2014/main" id="{19887549-CB2A-39C4-B416-9EDA9A91A2CB}"/>
              </a:ext>
            </a:extLst>
          </p:cNvPr>
          <p:cNvSpPr/>
          <p:nvPr/>
        </p:nvSpPr>
        <p:spPr>
          <a:xfrm>
            <a:off x="640080" y="3017520"/>
            <a:ext cx="10908792" cy="788670"/>
          </a:xfrm>
          <a:prstGeom prst="rect">
            <a:avLst/>
          </a:prstGeom>
          <a:solidFill>
            <a:srgbClr val="F2F2F2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679" name="q3-option-0">
            <a:extLst>
              <a:ext uri="{FF2B5EF4-FFF2-40B4-BE49-F238E27FC236}">
                <a16:creationId xmlns:a16="http://schemas.microsoft.com/office/drawing/2014/main" id="{A449BBAB-A649-EF19-096E-15D93AF3630F}"/>
              </a:ext>
            </a:extLst>
          </p:cNvPr>
          <p:cNvSpPr/>
          <p:nvPr/>
        </p:nvSpPr>
        <p:spPr>
          <a:xfrm>
            <a:off x="822960" y="3040380"/>
            <a:ext cx="10543032" cy="7429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9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a. Run commands inside a basic OS container, commit the container, and</a:t>
            </a:r>
          </a:p>
          <a:p>
            <a:pPr algn="l">
              <a:buNone/>
            </a:pPr>
            <a:r>
              <a:rPr lang="en-US" sz="19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then save or export it as a new container image.</a:t>
            </a:r>
            <a:endParaRPr lang="en-US"/>
          </a:p>
        </p:txBody>
      </p:sp>
      <p:sp>
        <p:nvSpPr>
          <p:cNvPr id="26776" name="q3-option-1">
            <a:extLst>
              <a:ext uri="{FF2B5EF4-FFF2-40B4-BE49-F238E27FC236}">
                <a16:creationId xmlns:a16="http://schemas.microsoft.com/office/drawing/2014/main" id="{4838AE96-66E6-A1C8-4593-17682349744C}"/>
              </a:ext>
            </a:extLst>
          </p:cNvPr>
          <p:cNvSpPr/>
          <p:nvPr/>
        </p:nvSpPr>
        <p:spPr>
          <a:xfrm>
            <a:off x="822960" y="3906774"/>
            <a:ext cx="10543032" cy="7429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9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b. Run commands from a Dockerfile and push the generated container</a:t>
            </a:r>
          </a:p>
          <a:p>
            <a:pPr algn="l">
              <a:buNone/>
            </a:pPr>
            <a:r>
              <a:rPr lang="en-US" sz="19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image to an image registry.</a:t>
            </a:r>
            <a:endParaRPr lang="en-US"/>
          </a:p>
        </p:txBody>
      </p:sp>
      <p:sp>
        <p:nvSpPr>
          <p:cNvPr id="26874" name="q3-option-ground-2">
            <a:extLst>
              <a:ext uri="{FF2B5EF4-FFF2-40B4-BE49-F238E27FC236}">
                <a16:creationId xmlns:a16="http://schemas.microsoft.com/office/drawing/2014/main" id="{B7469DCE-9CC4-8FF5-0C28-D2D68447618A}"/>
              </a:ext>
            </a:extLst>
          </p:cNvPr>
          <p:cNvSpPr/>
          <p:nvPr/>
        </p:nvSpPr>
        <p:spPr>
          <a:xfrm>
            <a:off x="640080" y="4750308"/>
            <a:ext cx="10908792" cy="484632"/>
          </a:xfrm>
          <a:prstGeom prst="rect">
            <a:avLst/>
          </a:prstGeom>
          <a:solidFill>
            <a:srgbClr val="F2F2F2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973" name="q3-option-2">
            <a:extLst>
              <a:ext uri="{FF2B5EF4-FFF2-40B4-BE49-F238E27FC236}">
                <a16:creationId xmlns:a16="http://schemas.microsoft.com/office/drawing/2014/main" id="{1342BEC4-239A-A68B-5ED4-336079D4E8E3}"/>
              </a:ext>
            </a:extLst>
          </p:cNvPr>
          <p:cNvSpPr/>
          <p:nvPr/>
        </p:nvSpPr>
        <p:spPr>
          <a:xfrm>
            <a:off x="822960" y="4773168"/>
            <a:ext cx="10543032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9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c. Create the container image layers manually from tar files.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7073" name="q3-option-3">
            <a:extLst>
              <a:ext uri="{FF2B5EF4-FFF2-40B4-BE49-F238E27FC236}">
                <a16:creationId xmlns:a16="http://schemas.microsoft.com/office/drawing/2014/main" id="{9B005AEB-6788-CB1C-5130-E3566E4BE33D}"/>
              </a:ext>
            </a:extLst>
          </p:cNvPr>
          <p:cNvSpPr/>
          <p:nvPr/>
        </p:nvSpPr>
        <p:spPr>
          <a:xfrm>
            <a:off x="822960" y="5335524"/>
            <a:ext cx="10543032" cy="7429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9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d. Run the docker build command to process a container image</a:t>
            </a:r>
          </a:p>
          <a:p>
            <a:pPr algn="l">
              <a:buNone/>
            </a:pPr>
            <a:r>
              <a:rPr lang="en-US" sz="19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description in YAML format.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69373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74" name="header-44">
            <a:extLst>
              <a:ext uri="{FF2B5EF4-FFF2-40B4-BE49-F238E27FC236}">
                <a16:creationId xmlns:a16="http://schemas.microsoft.com/office/drawing/2014/main" id="{D0107B5C-0CEF-7DD5-145F-729B9926AFF7}"/>
              </a:ext>
            </a:extLst>
          </p:cNvPr>
          <p:cNvSpPr/>
          <p:nvPr/>
        </p:nvSpPr>
        <p:spPr>
          <a:xfrm>
            <a:off x="457200" y="457200"/>
            <a:ext cx="11274552" cy="786384"/>
          </a:xfrm>
          <a:prstGeom prst="rect">
            <a:avLst/>
          </a:prstGeom>
          <a:solidFill>
            <a:srgbClr val="243A5E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276" name="title-44">
            <a:extLst>
              <a:ext uri="{FF2B5EF4-FFF2-40B4-BE49-F238E27FC236}">
                <a16:creationId xmlns:a16="http://schemas.microsoft.com/office/drawing/2014/main" id="{462649E7-0B5C-A6F1-E4B6-BA7B39C4A1A0}"/>
              </a:ext>
            </a:extLst>
          </p:cNvPr>
          <p:cNvSpPr/>
          <p:nvPr/>
        </p:nvSpPr>
        <p:spPr>
          <a:xfrm>
            <a:off x="640080" y="475488"/>
            <a:ext cx="10908792" cy="7315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3000" b="1">
                <a:solidFill>
                  <a:srgbClr val="FFFFFF"/>
                </a:solidFill>
                <a:effectLst/>
                <a:latin typeface="Segoe UI Semibold" panose="020B0702040204020203" pitchFamily="34" charset="0"/>
              </a:rPr>
              <a:t>Why AKS Comes Next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7379" name="label-44">
            <a:extLst>
              <a:ext uri="{FF2B5EF4-FFF2-40B4-BE49-F238E27FC236}">
                <a16:creationId xmlns:a16="http://schemas.microsoft.com/office/drawing/2014/main" id="{44DA6B38-B72D-AC06-400C-788B1CD6CB1E}"/>
              </a:ext>
            </a:extLst>
          </p:cNvPr>
          <p:cNvSpPr/>
          <p:nvPr/>
        </p:nvSpPr>
        <p:spPr>
          <a:xfrm>
            <a:off x="640080" y="1389888"/>
            <a:ext cx="10908792" cy="36576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400" b="1" dirty="0">
                <a:solidFill>
                  <a:srgbClr val="0078D4"/>
                </a:solidFill>
                <a:effectLst/>
                <a:latin typeface="Segoe UI Semibold" panose="020B0702040204020203" pitchFamily="34" charset="0"/>
              </a:rPr>
              <a:t>CONCEPTUAL HANDOFF - not AN AKS IMPLEMENTATION LAB</a:t>
            </a:r>
          </a:p>
          <a:p>
            <a:pPr algn="l">
              <a:buNone/>
            </a:pPr>
            <a:r>
              <a:rPr lang="en-US" sz="100" dirty="0">
                <a:effectLst/>
              </a:rPr>
              <a:t> </a:t>
            </a:r>
            <a:endParaRPr lang="en-US" dirty="0"/>
          </a:p>
        </p:txBody>
      </p:sp>
      <p:sp>
        <p:nvSpPr>
          <p:cNvPr id="27483" name="individual-containers">
            <a:extLst>
              <a:ext uri="{FF2B5EF4-FFF2-40B4-BE49-F238E27FC236}">
                <a16:creationId xmlns:a16="http://schemas.microsoft.com/office/drawing/2014/main" id="{90CB1896-7B72-C0A8-05F9-2D34E84A60B6}"/>
              </a:ext>
            </a:extLst>
          </p:cNvPr>
          <p:cNvSpPr/>
          <p:nvPr/>
        </p:nvSpPr>
        <p:spPr>
          <a:xfrm>
            <a:off x="640080" y="1993392"/>
            <a:ext cx="4681728" cy="1975104"/>
          </a:xfrm>
          <a:prstGeom prst="rect">
            <a:avLst/>
          </a:prstGeom>
          <a:solidFill>
            <a:srgbClr val="F2F2F2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600" b="1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Individual containers</a:t>
            </a:r>
          </a:p>
          <a:p>
            <a:pPr algn="ctr">
              <a:buNone/>
            </a:pPr>
            <a:r>
              <a:rPr lang="en-US" sz="22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Images / instances</a:t>
            </a:r>
          </a:p>
          <a:p>
            <a:pPr algn="ctr">
              <a:buNone/>
            </a:pPr>
            <a:r>
              <a:rPr lang="en-US" sz="22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Ports / volumes</a:t>
            </a:r>
          </a:p>
          <a:p>
            <a:pPr algn="ctr">
              <a:buNone/>
            </a:pPr>
            <a:r>
              <a:rPr lang="en-US" sz="22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Reproducible builds</a:t>
            </a:r>
            <a:endParaRPr lang="en-US"/>
          </a:p>
        </p:txBody>
      </p:sp>
      <p:sp>
        <p:nvSpPr>
          <p:cNvPr id="27588" name="orchestration-handoff">
            <a:extLst>
              <a:ext uri="{FF2B5EF4-FFF2-40B4-BE49-F238E27FC236}">
                <a16:creationId xmlns:a16="http://schemas.microsoft.com/office/drawing/2014/main" id="{22545DA0-2BE6-877F-6AA1-33A879EFAD68}"/>
              </a:ext>
            </a:extLst>
          </p:cNvPr>
          <p:cNvSpPr/>
          <p:nvPr/>
        </p:nvSpPr>
        <p:spPr>
          <a:xfrm>
            <a:off x="5449824" y="2761488"/>
            <a:ext cx="777240" cy="384048"/>
          </a:xfrm>
          <a:prstGeom prst="rightArrow">
            <a:avLst/>
          </a:prstGeom>
          <a:solidFill>
            <a:srgbClr val="0078D4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694" name="orchestrated-application">
            <a:extLst>
              <a:ext uri="{FF2B5EF4-FFF2-40B4-BE49-F238E27FC236}">
                <a16:creationId xmlns:a16="http://schemas.microsoft.com/office/drawing/2014/main" id="{D42582D7-E94F-9931-2E6F-065F517B2DCF}"/>
              </a:ext>
            </a:extLst>
          </p:cNvPr>
          <p:cNvSpPr/>
          <p:nvPr/>
        </p:nvSpPr>
        <p:spPr>
          <a:xfrm>
            <a:off x="6373368" y="1993392"/>
            <a:ext cx="5175504" cy="1975104"/>
          </a:xfrm>
          <a:prstGeom prst="rect">
            <a:avLst/>
          </a:prstGeom>
          <a:solidFill>
            <a:srgbClr val="F2F2F2"/>
          </a:solidFill>
          <a:ln w="12700">
            <a:solidFill>
              <a:srgbClr val="0078D4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400" b="1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Multiple application components</a:t>
            </a:r>
          </a:p>
          <a:p>
            <a:pPr algn="ctr">
              <a:buNone/>
            </a:pPr>
            <a:r>
              <a:rPr lang="en-US" sz="22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Desired state / recovery</a:t>
            </a:r>
          </a:p>
          <a:p>
            <a:pPr algn="ctr">
              <a:buNone/>
            </a:pPr>
            <a:r>
              <a:rPr lang="en-US" sz="22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Replica scaling</a:t>
            </a:r>
          </a:p>
          <a:p>
            <a:pPr algn="ctr">
              <a:buNone/>
            </a:pPr>
            <a:r>
              <a:rPr lang="en-US" sz="22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Service coordination</a:t>
            </a:r>
            <a:endParaRPr lang="en-US"/>
          </a:p>
        </p:txBody>
      </p:sp>
      <p:sp>
        <p:nvSpPr>
          <p:cNvPr id="27801" name="aks-next-lesson">
            <a:extLst>
              <a:ext uri="{FF2B5EF4-FFF2-40B4-BE49-F238E27FC236}">
                <a16:creationId xmlns:a16="http://schemas.microsoft.com/office/drawing/2014/main" id="{3404B199-278C-D14C-215D-06DE87B6ECBC}"/>
              </a:ext>
            </a:extLst>
          </p:cNvPr>
          <p:cNvSpPr/>
          <p:nvPr/>
        </p:nvSpPr>
        <p:spPr>
          <a:xfrm>
            <a:off x="640080" y="4462272"/>
            <a:ext cx="10908792" cy="53035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700" b="1">
                <a:solidFill>
                  <a:srgbClr val="243A5E"/>
                </a:solidFill>
                <a:effectLst/>
                <a:latin typeface="Segoe UI Semibold" panose="020B0702040204020203" pitchFamily="34" charset="0"/>
              </a:rPr>
              <a:t>Kubernetes orchestrates; AKS manages the service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27909" name="aks-day-boundary">
            <a:extLst>
              <a:ext uri="{FF2B5EF4-FFF2-40B4-BE49-F238E27FC236}">
                <a16:creationId xmlns:a16="http://schemas.microsoft.com/office/drawing/2014/main" id="{9CA9C691-1F4B-8001-0F3D-82181E9BB76D}"/>
              </a:ext>
            </a:extLst>
          </p:cNvPr>
          <p:cNvSpPr/>
          <p:nvPr/>
        </p:nvSpPr>
        <p:spPr>
          <a:xfrm>
            <a:off x="640080" y="5193792"/>
            <a:ext cx="10908792" cy="87782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4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The next lesson builds on this day’s image, process,</a:t>
            </a:r>
          </a:p>
          <a:p>
            <a:pPr algn="l">
              <a:buNone/>
            </a:pPr>
            <a:r>
              <a:rPr lang="en-US" sz="2400">
                <a:solidFill>
                  <a:srgbClr val="243A5E"/>
                </a:solidFill>
                <a:effectLst/>
                <a:latin typeface="Segoe UI" panose="020B0502040204020203" pitchFamily="34" charset="0"/>
              </a:rPr>
              <a:t>storage and networking foundations.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1687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Words>3294</Words>
  <TotalTime>0</TotalTime>
  <Application>Microsoft Office PowerPoint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terms:modified xsi:type="dcterms:W3CDTF">2026-10-19T03:22:03Z</dcterms:modified>
  <dc:description/>
  <cp:keywords/>
  <dc:subject/>
  <dc:title/>
  <cp:lastModifiedBy>Edward Tsagan</cp:lastModifiedBy>
  <dcterms:created xsi:type="dcterms:W3CDTF">2026-10-13T17:07:31Z</dcterms:created>
  <cp:revision>53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